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56" r:id="rId2"/>
  </p:sldIdLst>
  <p:sldSz cx="16459200" cy="9144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11" autoAdjust="0"/>
    <p:restoredTop sz="94660"/>
  </p:normalViewPr>
  <p:slideViewPr>
    <p:cSldViewPr snapToGrid="0">
      <p:cViewPr varScale="1">
        <p:scale>
          <a:sx n="85" d="100"/>
          <a:sy n="85" d="100"/>
        </p:scale>
        <p:origin x="92" y="9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FB6693-90BA-4C8C-A633-111A16C466C0}" type="datetimeFigureOut">
              <a:rPr lang="en-US" smtClean="0"/>
              <a:t>4/16/2026</a:t>
            </a:fld>
            <a:endParaRPr lang="en-US"/>
          </a:p>
        </p:txBody>
      </p:sp>
      <p:sp>
        <p:nvSpPr>
          <p:cNvPr id="4" name="Slide Image Placeholder 3"/>
          <p:cNvSpPr>
            <a:spLocks noGrp="1" noRot="1" noChangeAspect="1"/>
          </p:cNvSpPr>
          <p:nvPr>
            <p:ph type="sldImg" idx="2"/>
          </p:nvPr>
        </p:nvSpPr>
        <p:spPr>
          <a:xfrm>
            <a:off x="652463" y="1143000"/>
            <a:ext cx="55530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1AF2CE-5393-4CF7-918F-03DA7A602E67}" type="slidenum">
              <a:rPr lang="en-US" smtClean="0"/>
              <a:t>‹#›</a:t>
            </a:fld>
            <a:endParaRPr lang="en-US"/>
          </a:p>
        </p:txBody>
      </p:sp>
    </p:spTree>
    <p:extLst>
      <p:ext uri="{BB962C8B-B14F-4D97-AF65-F5344CB8AC3E}">
        <p14:creationId xmlns:p14="http://schemas.microsoft.com/office/powerpoint/2010/main" val="3834251220"/>
      </p:ext>
    </p:extLst>
  </p:cSld>
  <p:clrMap bg1="lt1" tx1="dk1" bg2="lt2" tx2="dk2" accent1="accent1" accent2="accent2" accent3="accent3" accent4="accent4" accent5="accent5" accent6="accent6" hlink="hlink" folHlink="folHlink"/>
  <p:notesStyle>
    <a:lvl1pPr marL="0" algn="l" defTabSz="1228954" rtl="0" eaLnBrk="1" latinLnBrk="0" hangingPunct="1">
      <a:defRPr sz="1613" kern="1200">
        <a:solidFill>
          <a:schemeClr val="tx1"/>
        </a:solidFill>
        <a:latin typeface="+mn-lt"/>
        <a:ea typeface="+mn-ea"/>
        <a:cs typeface="+mn-cs"/>
      </a:defRPr>
    </a:lvl1pPr>
    <a:lvl2pPr marL="614477" algn="l" defTabSz="1228954" rtl="0" eaLnBrk="1" latinLnBrk="0" hangingPunct="1">
      <a:defRPr sz="1613" kern="1200">
        <a:solidFill>
          <a:schemeClr val="tx1"/>
        </a:solidFill>
        <a:latin typeface="+mn-lt"/>
        <a:ea typeface="+mn-ea"/>
        <a:cs typeface="+mn-cs"/>
      </a:defRPr>
    </a:lvl2pPr>
    <a:lvl3pPr marL="1228954" algn="l" defTabSz="1228954" rtl="0" eaLnBrk="1" latinLnBrk="0" hangingPunct="1">
      <a:defRPr sz="1613" kern="1200">
        <a:solidFill>
          <a:schemeClr val="tx1"/>
        </a:solidFill>
        <a:latin typeface="+mn-lt"/>
        <a:ea typeface="+mn-ea"/>
        <a:cs typeface="+mn-cs"/>
      </a:defRPr>
    </a:lvl3pPr>
    <a:lvl4pPr marL="1843430" algn="l" defTabSz="1228954" rtl="0" eaLnBrk="1" latinLnBrk="0" hangingPunct="1">
      <a:defRPr sz="1613" kern="1200">
        <a:solidFill>
          <a:schemeClr val="tx1"/>
        </a:solidFill>
        <a:latin typeface="+mn-lt"/>
        <a:ea typeface="+mn-ea"/>
        <a:cs typeface="+mn-cs"/>
      </a:defRPr>
    </a:lvl4pPr>
    <a:lvl5pPr marL="2457907" algn="l" defTabSz="1228954" rtl="0" eaLnBrk="1" latinLnBrk="0" hangingPunct="1">
      <a:defRPr sz="1613" kern="1200">
        <a:solidFill>
          <a:schemeClr val="tx1"/>
        </a:solidFill>
        <a:latin typeface="+mn-lt"/>
        <a:ea typeface="+mn-ea"/>
        <a:cs typeface="+mn-cs"/>
      </a:defRPr>
    </a:lvl5pPr>
    <a:lvl6pPr marL="3072384" algn="l" defTabSz="1228954" rtl="0" eaLnBrk="1" latinLnBrk="0" hangingPunct="1">
      <a:defRPr sz="1613" kern="1200">
        <a:solidFill>
          <a:schemeClr val="tx1"/>
        </a:solidFill>
        <a:latin typeface="+mn-lt"/>
        <a:ea typeface="+mn-ea"/>
        <a:cs typeface="+mn-cs"/>
      </a:defRPr>
    </a:lvl6pPr>
    <a:lvl7pPr marL="3686861" algn="l" defTabSz="1228954" rtl="0" eaLnBrk="1" latinLnBrk="0" hangingPunct="1">
      <a:defRPr sz="1613" kern="1200">
        <a:solidFill>
          <a:schemeClr val="tx1"/>
        </a:solidFill>
        <a:latin typeface="+mn-lt"/>
        <a:ea typeface="+mn-ea"/>
        <a:cs typeface="+mn-cs"/>
      </a:defRPr>
    </a:lvl7pPr>
    <a:lvl8pPr marL="4301338" algn="l" defTabSz="1228954" rtl="0" eaLnBrk="1" latinLnBrk="0" hangingPunct="1">
      <a:defRPr sz="1613" kern="1200">
        <a:solidFill>
          <a:schemeClr val="tx1"/>
        </a:solidFill>
        <a:latin typeface="+mn-lt"/>
        <a:ea typeface="+mn-ea"/>
        <a:cs typeface="+mn-cs"/>
      </a:defRPr>
    </a:lvl8pPr>
    <a:lvl9pPr marL="4915814" algn="l" defTabSz="1228954" rtl="0" eaLnBrk="1" latinLnBrk="0" hangingPunct="1">
      <a:defRPr sz="1613"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2463" y="1143000"/>
            <a:ext cx="5553075" cy="3086100"/>
          </a:xfrm>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E1AF2CE-5393-4CF7-918F-03DA7A602E67}" type="slidenum">
              <a:rPr lang="en-US" smtClean="0"/>
              <a:t>1</a:t>
            </a:fld>
            <a:endParaRPr lang="en-US"/>
          </a:p>
        </p:txBody>
      </p:sp>
    </p:spTree>
    <p:extLst>
      <p:ext uri="{BB962C8B-B14F-4D97-AF65-F5344CB8AC3E}">
        <p14:creationId xmlns:p14="http://schemas.microsoft.com/office/powerpoint/2010/main" val="107588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057400" y="1496484"/>
            <a:ext cx="12344400" cy="3183467"/>
          </a:xfrm>
        </p:spPr>
        <p:txBody>
          <a:bodyPr anchor="b"/>
          <a:lstStyle>
            <a:lvl1pPr algn="ctr">
              <a:defRPr sz="8000"/>
            </a:lvl1pPr>
          </a:lstStyle>
          <a:p>
            <a:r>
              <a:rPr lang="en-US"/>
              <a:t>Click to edit Master title style</a:t>
            </a:r>
            <a:endParaRPr lang="en-US" dirty="0"/>
          </a:p>
        </p:txBody>
      </p:sp>
      <p:sp>
        <p:nvSpPr>
          <p:cNvPr id="3" name="Subtitle 2"/>
          <p:cNvSpPr>
            <a:spLocks noGrp="1"/>
          </p:cNvSpPr>
          <p:nvPr>
            <p:ph type="subTitle" idx="1"/>
          </p:nvPr>
        </p:nvSpPr>
        <p:spPr>
          <a:xfrm>
            <a:off x="2057400" y="4802717"/>
            <a:ext cx="12344400" cy="2207683"/>
          </a:xfrm>
        </p:spPr>
        <p:txBody>
          <a:bodyPr/>
          <a:lstStyle>
            <a:lvl1pPr marL="0" indent="0" algn="ctr">
              <a:buNone/>
              <a:defRPr sz="3200"/>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59A64A8-8B6E-4B03-ADC8-C791F8FADDB9}"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F09F9A-A716-496E-A332-CC078932D420}" type="slidenum">
              <a:rPr lang="en-US" smtClean="0"/>
              <a:t>‹#›</a:t>
            </a:fld>
            <a:endParaRPr lang="en-US"/>
          </a:p>
        </p:txBody>
      </p:sp>
    </p:spTree>
    <p:extLst>
      <p:ext uri="{BB962C8B-B14F-4D97-AF65-F5344CB8AC3E}">
        <p14:creationId xmlns:p14="http://schemas.microsoft.com/office/powerpoint/2010/main" val="2915251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9A64A8-8B6E-4B03-ADC8-C791F8FADDB9}"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F09F9A-A716-496E-A332-CC078932D420}" type="slidenum">
              <a:rPr lang="en-US" smtClean="0"/>
              <a:t>‹#›</a:t>
            </a:fld>
            <a:endParaRPr lang="en-US"/>
          </a:p>
        </p:txBody>
      </p:sp>
    </p:spTree>
    <p:extLst>
      <p:ext uri="{BB962C8B-B14F-4D97-AF65-F5344CB8AC3E}">
        <p14:creationId xmlns:p14="http://schemas.microsoft.com/office/powerpoint/2010/main" val="14874257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22998" y="2279652"/>
            <a:ext cx="14196060" cy="3803649"/>
          </a:xfrm>
        </p:spPr>
        <p:txBody>
          <a:bodyPr anchor="b"/>
          <a:lstStyle>
            <a:lvl1pPr>
              <a:defRPr sz="8000"/>
            </a:lvl1pPr>
          </a:lstStyle>
          <a:p>
            <a:r>
              <a:rPr lang="en-US"/>
              <a:t>Click to edit Master title style</a:t>
            </a:r>
            <a:endParaRPr lang="en-US" dirty="0"/>
          </a:p>
        </p:txBody>
      </p:sp>
      <p:sp>
        <p:nvSpPr>
          <p:cNvPr id="3" name="Text Placeholder 2"/>
          <p:cNvSpPr>
            <a:spLocks noGrp="1"/>
          </p:cNvSpPr>
          <p:nvPr>
            <p:ph type="body" idx="1"/>
          </p:nvPr>
        </p:nvSpPr>
        <p:spPr>
          <a:xfrm>
            <a:off x="1122998" y="6119285"/>
            <a:ext cx="14196060" cy="2000249"/>
          </a:xfrm>
        </p:spPr>
        <p:txBody>
          <a:bodyPr/>
          <a:lstStyle>
            <a:lvl1pPr marL="0" indent="0">
              <a:buNone/>
              <a:defRPr sz="3200">
                <a:solidFill>
                  <a:schemeClr val="tx1">
                    <a:tint val="82000"/>
                  </a:schemeClr>
                </a:solidFill>
              </a:defRPr>
            </a:lvl1pPr>
            <a:lvl2pPr marL="609585" indent="0">
              <a:buNone/>
              <a:defRPr sz="2667">
                <a:solidFill>
                  <a:schemeClr val="tx1">
                    <a:tint val="82000"/>
                  </a:schemeClr>
                </a:solidFill>
              </a:defRPr>
            </a:lvl2pPr>
            <a:lvl3pPr marL="1219170" indent="0">
              <a:buNone/>
              <a:defRPr sz="2400">
                <a:solidFill>
                  <a:schemeClr val="tx1">
                    <a:tint val="82000"/>
                  </a:schemeClr>
                </a:solidFill>
              </a:defRPr>
            </a:lvl3pPr>
            <a:lvl4pPr marL="1828754" indent="0">
              <a:buNone/>
              <a:defRPr sz="2133">
                <a:solidFill>
                  <a:schemeClr val="tx1">
                    <a:tint val="82000"/>
                  </a:schemeClr>
                </a:solidFill>
              </a:defRPr>
            </a:lvl4pPr>
            <a:lvl5pPr marL="2438339" indent="0">
              <a:buNone/>
              <a:defRPr sz="2133">
                <a:solidFill>
                  <a:schemeClr val="tx1">
                    <a:tint val="82000"/>
                  </a:schemeClr>
                </a:solidFill>
              </a:defRPr>
            </a:lvl5pPr>
            <a:lvl6pPr marL="3047924" indent="0">
              <a:buNone/>
              <a:defRPr sz="2133">
                <a:solidFill>
                  <a:schemeClr val="tx1">
                    <a:tint val="82000"/>
                  </a:schemeClr>
                </a:solidFill>
              </a:defRPr>
            </a:lvl6pPr>
            <a:lvl7pPr marL="3657509" indent="0">
              <a:buNone/>
              <a:defRPr sz="2133">
                <a:solidFill>
                  <a:schemeClr val="tx1">
                    <a:tint val="82000"/>
                  </a:schemeClr>
                </a:solidFill>
              </a:defRPr>
            </a:lvl7pPr>
            <a:lvl8pPr marL="4267093" indent="0">
              <a:buNone/>
              <a:defRPr sz="2133">
                <a:solidFill>
                  <a:schemeClr val="tx1">
                    <a:tint val="82000"/>
                  </a:schemeClr>
                </a:solidFill>
              </a:defRPr>
            </a:lvl8pPr>
            <a:lvl9pPr marL="4876678" indent="0">
              <a:buNone/>
              <a:defRPr sz="2133">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59A64A8-8B6E-4B03-ADC8-C791F8FADDB9}"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F09F9A-A716-496E-A332-CC078932D420}" type="slidenum">
              <a:rPr lang="en-US" smtClean="0"/>
              <a:t>‹#›</a:t>
            </a:fld>
            <a:endParaRPr lang="en-US"/>
          </a:p>
        </p:txBody>
      </p:sp>
    </p:spTree>
    <p:extLst>
      <p:ext uri="{BB962C8B-B14F-4D97-AF65-F5344CB8AC3E}">
        <p14:creationId xmlns:p14="http://schemas.microsoft.com/office/powerpoint/2010/main" val="39777585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31570" y="2434167"/>
            <a:ext cx="699516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8332470" y="2434167"/>
            <a:ext cx="699516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59A64A8-8B6E-4B03-ADC8-C791F8FADDB9}"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F09F9A-A716-496E-A332-CC078932D420}" type="slidenum">
              <a:rPr lang="en-US" smtClean="0"/>
              <a:t>‹#›</a:t>
            </a:fld>
            <a:endParaRPr lang="en-US"/>
          </a:p>
        </p:txBody>
      </p:sp>
    </p:spTree>
    <p:extLst>
      <p:ext uri="{BB962C8B-B14F-4D97-AF65-F5344CB8AC3E}">
        <p14:creationId xmlns:p14="http://schemas.microsoft.com/office/powerpoint/2010/main" val="10116030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33714" y="486834"/>
            <a:ext cx="14196060" cy="17674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33715" y="2241551"/>
            <a:ext cx="6963012" cy="1098549"/>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4" name="Content Placeholder 3"/>
          <p:cNvSpPr>
            <a:spLocks noGrp="1"/>
          </p:cNvSpPr>
          <p:nvPr>
            <p:ph sz="half" idx="2"/>
          </p:nvPr>
        </p:nvSpPr>
        <p:spPr>
          <a:xfrm>
            <a:off x="1133715" y="3340100"/>
            <a:ext cx="6963012"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8332470" y="2241551"/>
            <a:ext cx="6997304" cy="1098549"/>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6" name="Content Placeholder 5"/>
          <p:cNvSpPr>
            <a:spLocks noGrp="1"/>
          </p:cNvSpPr>
          <p:nvPr>
            <p:ph sz="quarter" idx="4"/>
          </p:nvPr>
        </p:nvSpPr>
        <p:spPr>
          <a:xfrm>
            <a:off x="8332470" y="3340100"/>
            <a:ext cx="6997304"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59A64A8-8B6E-4B03-ADC8-C791F8FADDB9}" type="datetimeFigureOut">
              <a:rPr lang="en-US" smtClean="0"/>
              <a:t>4/16/2026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3F09F9A-A716-496E-A332-CC078932D420}" type="slidenum">
              <a:rPr lang="en-US" smtClean="0"/>
              <a:t>‹#›</a:t>
            </a:fld>
            <a:endParaRPr lang="en-US"/>
          </a:p>
        </p:txBody>
      </p:sp>
    </p:spTree>
    <p:extLst>
      <p:ext uri="{BB962C8B-B14F-4D97-AF65-F5344CB8AC3E}">
        <p14:creationId xmlns:p14="http://schemas.microsoft.com/office/powerpoint/2010/main" val="35980110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59A64A8-8B6E-4B03-ADC8-C791F8FADDB9}" type="datetimeFigureOut">
              <a:rPr lang="en-US" smtClean="0"/>
              <a:t>4/16/2026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3F09F9A-A716-496E-A332-CC078932D420}" type="slidenum">
              <a:rPr lang="en-US" smtClean="0"/>
              <a:t>‹#›</a:t>
            </a:fld>
            <a:endParaRPr lang="en-US"/>
          </a:p>
        </p:txBody>
      </p:sp>
    </p:spTree>
    <p:extLst>
      <p:ext uri="{BB962C8B-B14F-4D97-AF65-F5344CB8AC3E}">
        <p14:creationId xmlns:p14="http://schemas.microsoft.com/office/powerpoint/2010/main" val="42538433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9A64A8-8B6E-4B03-ADC8-C791F8FADDB9}" type="datetimeFigureOut">
              <a:rPr lang="en-US" smtClean="0"/>
              <a:t>4/16/2026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3F09F9A-A716-496E-A332-CC078932D420}" type="slidenum">
              <a:rPr lang="en-US" smtClean="0"/>
              <a:t>‹#›</a:t>
            </a:fld>
            <a:endParaRPr lang="en-US"/>
          </a:p>
        </p:txBody>
      </p:sp>
    </p:spTree>
    <p:extLst>
      <p:ext uri="{BB962C8B-B14F-4D97-AF65-F5344CB8AC3E}">
        <p14:creationId xmlns:p14="http://schemas.microsoft.com/office/powerpoint/2010/main" val="3321508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33714" y="609600"/>
            <a:ext cx="5308520" cy="2133600"/>
          </a:xfrm>
        </p:spPr>
        <p:txBody>
          <a:bodyPr anchor="b"/>
          <a:lstStyle>
            <a:lvl1pPr>
              <a:defRPr sz="4267"/>
            </a:lvl1pPr>
          </a:lstStyle>
          <a:p>
            <a:r>
              <a:rPr lang="en-US"/>
              <a:t>Click to edit Master title style</a:t>
            </a:r>
            <a:endParaRPr lang="en-US" dirty="0"/>
          </a:p>
        </p:txBody>
      </p:sp>
      <p:sp>
        <p:nvSpPr>
          <p:cNvPr id="3" name="Content Placeholder 2"/>
          <p:cNvSpPr>
            <a:spLocks noGrp="1"/>
          </p:cNvSpPr>
          <p:nvPr>
            <p:ph idx="1"/>
          </p:nvPr>
        </p:nvSpPr>
        <p:spPr>
          <a:xfrm>
            <a:off x="6997304" y="1316567"/>
            <a:ext cx="8332470" cy="6498167"/>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33714" y="2743200"/>
            <a:ext cx="5308520" cy="5082117"/>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a:t>Click to edit Master text styles</a:t>
            </a:r>
          </a:p>
        </p:txBody>
      </p:sp>
      <p:sp>
        <p:nvSpPr>
          <p:cNvPr id="5" name="Date Placeholder 4"/>
          <p:cNvSpPr>
            <a:spLocks noGrp="1"/>
          </p:cNvSpPr>
          <p:nvPr>
            <p:ph type="dt" sz="half" idx="10"/>
          </p:nvPr>
        </p:nvSpPr>
        <p:spPr/>
        <p:txBody>
          <a:bodyPr/>
          <a:lstStyle/>
          <a:p>
            <a:fld id="{659A64A8-8B6E-4B03-ADC8-C791F8FADDB9}"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F09F9A-A716-496E-A332-CC078932D420}" type="slidenum">
              <a:rPr lang="en-US" smtClean="0"/>
              <a:t>‹#›</a:t>
            </a:fld>
            <a:endParaRPr lang="en-US"/>
          </a:p>
        </p:txBody>
      </p:sp>
    </p:spTree>
    <p:extLst>
      <p:ext uri="{BB962C8B-B14F-4D97-AF65-F5344CB8AC3E}">
        <p14:creationId xmlns:p14="http://schemas.microsoft.com/office/powerpoint/2010/main" val="11256855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33714" y="609600"/>
            <a:ext cx="5308520" cy="2133600"/>
          </a:xfrm>
        </p:spPr>
        <p:txBody>
          <a:bodyPr anchor="b"/>
          <a:lstStyle>
            <a:lvl1pPr>
              <a:defRPr sz="4267"/>
            </a:lvl1pPr>
          </a:lstStyle>
          <a:p>
            <a:r>
              <a:rPr lang="en-US"/>
              <a:t>Click to edit Master title style</a:t>
            </a:r>
            <a:endParaRPr lang="en-US" dirty="0"/>
          </a:p>
        </p:txBody>
      </p:sp>
      <p:sp>
        <p:nvSpPr>
          <p:cNvPr id="3" name="Picture Placeholder 2"/>
          <p:cNvSpPr>
            <a:spLocks noGrp="1" noChangeAspect="1"/>
          </p:cNvSpPr>
          <p:nvPr>
            <p:ph type="pic" idx="1"/>
          </p:nvPr>
        </p:nvSpPr>
        <p:spPr>
          <a:xfrm>
            <a:off x="6997304" y="1316567"/>
            <a:ext cx="8332470" cy="6498167"/>
          </a:xfrm>
        </p:spPr>
        <p:txBody>
          <a:bodyPr anchor="t"/>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t>Click icon to add picture</a:t>
            </a:r>
            <a:endParaRPr lang="en-US" dirty="0"/>
          </a:p>
        </p:txBody>
      </p:sp>
      <p:sp>
        <p:nvSpPr>
          <p:cNvPr id="4" name="Text Placeholder 3"/>
          <p:cNvSpPr>
            <a:spLocks noGrp="1"/>
          </p:cNvSpPr>
          <p:nvPr>
            <p:ph type="body" sz="half" idx="2"/>
          </p:nvPr>
        </p:nvSpPr>
        <p:spPr>
          <a:xfrm>
            <a:off x="1133714" y="2743200"/>
            <a:ext cx="5308520" cy="5082117"/>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a:t>Click to edit Master text styles</a:t>
            </a:r>
          </a:p>
        </p:txBody>
      </p:sp>
      <p:sp>
        <p:nvSpPr>
          <p:cNvPr id="5" name="Date Placeholder 4"/>
          <p:cNvSpPr>
            <a:spLocks noGrp="1"/>
          </p:cNvSpPr>
          <p:nvPr>
            <p:ph type="dt" sz="half" idx="10"/>
          </p:nvPr>
        </p:nvSpPr>
        <p:spPr/>
        <p:txBody>
          <a:bodyPr/>
          <a:lstStyle/>
          <a:p>
            <a:fld id="{659A64A8-8B6E-4B03-ADC8-C791F8FADDB9}"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F09F9A-A716-496E-A332-CC078932D420}" type="slidenum">
              <a:rPr lang="en-US" smtClean="0"/>
              <a:t>‹#›</a:t>
            </a:fld>
            <a:endParaRPr lang="en-US"/>
          </a:p>
        </p:txBody>
      </p:sp>
    </p:spTree>
    <p:extLst>
      <p:ext uri="{BB962C8B-B14F-4D97-AF65-F5344CB8AC3E}">
        <p14:creationId xmlns:p14="http://schemas.microsoft.com/office/powerpoint/2010/main" val="37621510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9A64A8-8B6E-4B03-ADC8-C791F8FADDB9}"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F09F9A-A716-496E-A332-CC078932D420}" type="slidenum">
              <a:rPr lang="en-US" smtClean="0"/>
              <a:t>‹#›</a:t>
            </a:fld>
            <a:endParaRPr lang="en-US"/>
          </a:p>
        </p:txBody>
      </p:sp>
    </p:spTree>
    <p:extLst>
      <p:ext uri="{BB962C8B-B14F-4D97-AF65-F5344CB8AC3E}">
        <p14:creationId xmlns:p14="http://schemas.microsoft.com/office/powerpoint/2010/main" val="18258631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78615" y="486834"/>
            <a:ext cx="3549015" cy="77491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31570" y="486834"/>
            <a:ext cx="10441305"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9A64A8-8B6E-4B03-ADC8-C791F8FADDB9}"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F09F9A-A716-496E-A332-CC078932D420}" type="slidenum">
              <a:rPr lang="en-US" smtClean="0"/>
              <a:t>‹#›</a:t>
            </a:fld>
            <a:endParaRPr lang="en-US"/>
          </a:p>
        </p:txBody>
      </p:sp>
    </p:spTree>
    <p:extLst>
      <p:ext uri="{BB962C8B-B14F-4D97-AF65-F5344CB8AC3E}">
        <p14:creationId xmlns:p14="http://schemas.microsoft.com/office/powerpoint/2010/main" val="18023841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31570" y="486834"/>
            <a:ext cx="14196060" cy="176741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31570" y="2434167"/>
            <a:ext cx="14196060" cy="58017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31570" y="8475134"/>
            <a:ext cx="3703320" cy="486833"/>
          </a:xfrm>
          <a:prstGeom prst="rect">
            <a:avLst/>
          </a:prstGeom>
        </p:spPr>
        <p:txBody>
          <a:bodyPr vert="horz" lIns="91440" tIns="45720" rIns="91440" bIns="45720" rtlCol="0" anchor="ctr"/>
          <a:lstStyle>
            <a:lvl1pPr algn="l">
              <a:defRPr sz="1600">
                <a:solidFill>
                  <a:schemeClr val="tx1">
                    <a:tint val="82000"/>
                  </a:schemeClr>
                </a:solidFill>
              </a:defRPr>
            </a:lvl1pPr>
          </a:lstStyle>
          <a:p>
            <a:fld id="{659A64A8-8B6E-4B03-ADC8-C791F8FADDB9}" type="datetimeFigureOut">
              <a:rPr lang="en-US" smtClean="0"/>
              <a:t>4/16/2026</a:t>
            </a:fld>
            <a:endParaRPr lang="en-US"/>
          </a:p>
        </p:txBody>
      </p:sp>
      <p:sp>
        <p:nvSpPr>
          <p:cNvPr id="5" name="Footer Placeholder 4"/>
          <p:cNvSpPr>
            <a:spLocks noGrp="1"/>
          </p:cNvSpPr>
          <p:nvPr>
            <p:ph type="ftr" sz="quarter" idx="3"/>
          </p:nvPr>
        </p:nvSpPr>
        <p:spPr>
          <a:xfrm>
            <a:off x="5452110" y="8475134"/>
            <a:ext cx="5554980" cy="486833"/>
          </a:xfrm>
          <a:prstGeom prst="rect">
            <a:avLst/>
          </a:prstGeom>
        </p:spPr>
        <p:txBody>
          <a:bodyPr vert="horz" lIns="91440" tIns="45720" rIns="91440" bIns="45720" rtlCol="0" anchor="ctr"/>
          <a:lstStyle>
            <a:lvl1pPr algn="ctr">
              <a:defRPr sz="16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11624310" y="8475134"/>
            <a:ext cx="3703320" cy="486833"/>
          </a:xfrm>
          <a:prstGeom prst="rect">
            <a:avLst/>
          </a:prstGeom>
        </p:spPr>
        <p:txBody>
          <a:bodyPr vert="horz" lIns="91440" tIns="45720" rIns="91440" bIns="45720" rtlCol="0" anchor="ctr"/>
          <a:lstStyle>
            <a:lvl1pPr algn="r">
              <a:defRPr sz="1600">
                <a:solidFill>
                  <a:schemeClr val="tx1">
                    <a:tint val="82000"/>
                  </a:schemeClr>
                </a:solidFill>
              </a:defRPr>
            </a:lvl1pPr>
          </a:lstStyle>
          <a:p>
            <a:fld id="{43F09F9A-A716-496E-A332-CC078932D420}" type="slidenum">
              <a:rPr lang="en-US" smtClean="0"/>
              <a:t>‹#›</a:t>
            </a:fld>
            <a:endParaRPr lang="en-US"/>
          </a:p>
        </p:txBody>
      </p:sp>
    </p:spTree>
    <p:extLst>
      <p:ext uri="{BB962C8B-B14F-4D97-AF65-F5344CB8AC3E}">
        <p14:creationId xmlns:p14="http://schemas.microsoft.com/office/powerpoint/2010/main" val="6481796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7" name="Straight Arrow Connector 156">
            <a:extLst>
              <a:ext uri="{FF2B5EF4-FFF2-40B4-BE49-F238E27FC236}">
                <a16:creationId xmlns:a16="http://schemas.microsoft.com/office/drawing/2014/main" id="{3238DDBD-F89E-99F4-BF88-47667FA1A516}"/>
              </a:ext>
            </a:extLst>
          </p:cNvPr>
          <p:cNvCxnSpPr>
            <a:cxnSpLocks/>
            <a:stCxn id="146" idx="0"/>
            <a:endCxn id="163" idx="4"/>
          </p:cNvCxnSpPr>
          <p:nvPr/>
        </p:nvCxnSpPr>
        <p:spPr>
          <a:xfrm flipV="1">
            <a:off x="8393411" y="1283934"/>
            <a:ext cx="630392" cy="1746356"/>
          </a:xfrm>
          <a:prstGeom prst="straightConnector1">
            <a:avLst/>
          </a:prstGeom>
          <a:ln w="25400">
            <a:solidFill>
              <a:srgbClr val="00B0F0">
                <a:alpha val="30000"/>
              </a:srgbClr>
            </a:solidFill>
            <a:headEnd type="none" w="med" len="med"/>
            <a:tailEnd type="arrow" w="med" len="med"/>
          </a:ln>
        </p:spPr>
        <p:style>
          <a:lnRef idx="3">
            <a:schemeClr val="accent1"/>
          </a:lnRef>
          <a:fillRef idx="0">
            <a:schemeClr val="accent1"/>
          </a:fillRef>
          <a:effectRef idx="2">
            <a:schemeClr val="accent1"/>
          </a:effectRef>
          <a:fontRef idx="minor">
            <a:schemeClr val="tx1"/>
          </a:fontRef>
        </p:style>
      </p:cxnSp>
      <p:cxnSp>
        <p:nvCxnSpPr>
          <p:cNvPr id="39" name="Straight Arrow Connector 38">
            <a:extLst>
              <a:ext uri="{FF2B5EF4-FFF2-40B4-BE49-F238E27FC236}">
                <a16:creationId xmlns:a16="http://schemas.microsoft.com/office/drawing/2014/main" id="{5F58D070-964B-0876-5D5E-28021CD78170}"/>
              </a:ext>
            </a:extLst>
          </p:cNvPr>
          <p:cNvCxnSpPr>
            <a:cxnSpLocks/>
            <a:endCxn id="50" idx="4"/>
          </p:cNvCxnSpPr>
          <p:nvPr/>
        </p:nvCxnSpPr>
        <p:spPr>
          <a:xfrm flipH="1" flipV="1">
            <a:off x="973607" y="1267414"/>
            <a:ext cx="1791" cy="2297670"/>
          </a:xfrm>
          <a:prstGeom prst="straightConnector1">
            <a:avLst/>
          </a:prstGeom>
          <a:ln>
            <a:headEnd type="none" w="med" len="med"/>
            <a:tailEnd type="arrow" w="med" len="med"/>
          </a:ln>
        </p:spPr>
        <p:style>
          <a:lnRef idx="3">
            <a:schemeClr val="accent1"/>
          </a:lnRef>
          <a:fillRef idx="0">
            <a:schemeClr val="accent1"/>
          </a:fillRef>
          <a:effectRef idx="2">
            <a:schemeClr val="accent1"/>
          </a:effectRef>
          <a:fontRef idx="minor">
            <a:schemeClr val="tx1"/>
          </a:fontRef>
        </p:style>
      </p:cxnSp>
      <p:cxnSp>
        <p:nvCxnSpPr>
          <p:cNvPr id="47" name="Straight Connector 46">
            <a:extLst>
              <a:ext uri="{FF2B5EF4-FFF2-40B4-BE49-F238E27FC236}">
                <a16:creationId xmlns:a16="http://schemas.microsoft.com/office/drawing/2014/main" id="{610044B8-FA0E-0F8A-6CFF-FA5B22DB8704}"/>
              </a:ext>
            </a:extLst>
          </p:cNvPr>
          <p:cNvCxnSpPr>
            <a:cxnSpLocks/>
          </p:cNvCxnSpPr>
          <p:nvPr/>
        </p:nvCxnSpPr>
        <p:spPr>
          <a:xfrm>
            <a:off x="1071921" y="1037430"/>
            <a:ext cx="14064001"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30" name="Straight Connector 29">
            <a:extLst>
              <a:ext uri="{FF2B5EF4-FFF2-40B4-BE49-F238E27FC236}">
                <a16:creationId xmlns:a16="http://schemas.microsoft.com/office/drawing/2014/main" id="{63A5C08A-2214-EB8C-06C4-48462ABC079A}"/>
              </a:ext>
            </a:extLst>
          </p:cNvPr>
          <p:cNvCxnSpPr>
            <a:cxnSpLocks/>
          </p:cNvCxnSpPr>
          <p:nvPr/>
        </p:nvCxnSpPr>
        <p:spPr>
          <a:xfrm>
            <a:off x="1189873" y="6635758"/>
            <a:ext cx="14057561"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29" name="Straight Connector 28">
            <a:extLst>
              <a:ext uri="{FF2B5EF4-FFF2-40B4-BE49-F238E27FC236}">
                <a16:creationId xmlns:a16="http://schemas.microsoft.com/office/drawing/2014/main" id="{703C73CF-A712-783F-C52E-C03874E252A0}"/>
              </a:ext>
            </a:extLst>
          </p:cNvPr>
          <p:cNvCxnSpPr>
            <a:cxnSpLocks/>
          </p:cNvCxnSpPr>
          <p:nvPr/>
        </p:nvCxnSpPr>
        <p:spPr>
          <a:xfrm>
            <a:off x="3800408" y="2166619"/>
            <a:ext cx="11276041"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27" name="Straight Connector 26">
            <a:extLst>
              <a:ext uri="{FF2B5EF4-FFF2-40B4-BE49-F238E27FC236}">
                <a16:creationId xmlns:a16="http://schemas.microsoft.com/office/drawing/2014/main" id="{A3C5CBFF-2D96-DAF2-DB70-6C3CBDD28B8E}"/>
              </a:ext>
            </a:extLst>
          </p:cNvPr>
          <p:cNvCxnSpPr>
            <a:cxnSpLocks/>
          </p:cNvCxnSpPr>
          <p:nvPr/>
        </p:nvCxnSpPr>
        <p:spPr>
          <a:xfrm>
            <a:off x="906649" y="3253393"/>
            <a:ext cx="15032161" cy="0"/>
          </a:xfrm>
          <a:prstGeom prst="line">
            <a:avLst/>
          </a:prstGeom>
          <a:ln w="76200">
            <a:solidFill>
              <a:srgbClr val="FFC000"/>
            </a:solidFill>
          </a:ln>
        </p:spPr>
        <p:style>
          <a:lnRef idx="3">
            <a:schemeClr val="accent1"/>
          </a:lnRef>
          <a:fillRef idx="0">
            <a:schemeClr val="accent1"/>
          </a:fillRef>
          <a:effectRef idx="2">
            <a:schemeClr val="accent1"/>
          </a:effectRef>
          <a:fontRef idx="minor">
            <a:schemeClr val="tx1"/>
          </a:fontRef>
        </p:style>
      </p:cxnSp>
      <p:sp>
        <p:nvSpPr>
          <p:cNvPr id="6" name="Oval 5">
            <a:extLst>
              <a:ext uri="{FF2B5EF4-FFF2-40B4-BE49-F238E27FC236}">
                <a16:creationId xmlns:a16="http://schemas.microsoft.com/office/drawing/2014/main" id="{1937B6E7-0AF4-218E-002A-F092E08AE980}"/>
              </a:ext>
            </a:extLst>
          </p:cNvPr>
          <p:cNvSpPr/>
          <p:nvPr/>
        </p:nvSpPr>
        <p:spPr>
          <a:xfrm>
            <a:off x="3699993" y="1943516"/>
            <a:ext cx="432532" cy="43253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800" b="1" dirty="0"/>
          </a:p>
        </p:txBody>
      </p:sp>
      <p:sp>
        <p:nvSpPr>
          <p:cNvPr id="7" name="Oval 6">
            <a:extLst>
              <a:ext uri="{FF2B5EF4-FFF2-40B4-BE49-F238E27FC236}">
                <a16:creationId xmlns:a16="http://schemas.microsoft.com/office/drawing/2014/main" id="{464A3BE8-3598-8D3D-9B7F-5D2882A80D12}"/>
              </a:ext>
            </a:extLst>
          </p:cNvPr>
          <p:cNvSpPr/>
          <p:nvPr/>
        </p:nvSpPr>
        <p:spPr>
          <a:xfrm>
            <a:off x="2172921" y="6419492"/>
            <a:ext cx="432532" cy="43253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t>D</a:t>
            </a:r>
          </a:p>
        </p:txBody>
      </p:sp>
      <p:sp>
        <p:nvSpPr>
          <p:cNvPr id="32" name="TextBox 31">
            <a:extLst>
              <a:ext uri="{FF2B5EF4-FFF2-40B4-BE49-F238E27FC236}">
                <a16:creationId xmlns:a16="http://schemas.microsoft.com/office/drawing/2014/main" id="{007A2CFD-953C-1936-CE1A-2493F84B4236}"/>
              </a:ext>
            </a:extLst>
          </p:cNvPr>
          <p:cNvSpPr txBox="1"/>
          <p:nvPr/>
        </p:nvSpPr>
        <p:spPr>
          <a:xfrm>
            <a:off x="13686418" y="2935374"/>
            <a:ext cx="2504038" cy="338554"/>
          </a:xfrm>
          <a:prstGeom prst="rect">
            <a:avLst/>
          </a:prstGeom>
          <a:noFill/>
        </p:spPr>
        <p:txBody>
          <a:bodyPr wrap="square" rtlCol="0">
            <a:spAutoFit/>
          </a:bodyPr>
          <a:lstStyle/>
          <a:p>
            <a:r>
              <a:rPr lang="en-US" sz="1600" dirty="0"/>
              <a:t>Public_GitHub (GitHub)</a:t>
            </a:r>
          </a:p>
        </p:txBody>
      </p:sp>
      <p:sp>
        <p:nvSpPr>
          <p:cNvPr id="33" name="TextBox 32">
            <a:extLst>
              <a:ext uri="{FF2B5EF4-FFF2-40B4-BE49-F238E27FC236}">
                <a16:creationId xmlns:a16="http://schemas.microsoft.com/office/drawing/2014/main" id="{1DE432A2-5B2F-3C62-5E9B-077B044DF5DB}"/>
              </a:ext>
            </a:extLst>
          </p:cNvPr>
          <p:cNvSpPr txBox="1"/>
          <p:nvPr/>
        </p:nvSpPr>
        <p:spPr>
          <a:xfrm>
            <a:off x="13344912" y="6310922"/>
            <a:ext cx="2000615" cy="338554"/>
          </a:xfrm>
          <a:prstGeom prst="rect">
            <a:avLst/>
          </a:prstGeom>
          <a:noFill/>
        </p:spPr>
        <p:txBody>
          <a:bodyPr wrap="square" rtlCol="0">
            <a:spAutoFit/>
          </a:bodyPr>
          <a:lstStyle/>
          <a:p>
            <a:r>
              <a:rPr lang="en-US" sz="1600" dirty="0"/>
              <a:t>develop2 (GitLab/…)</a:t>
            </a:r>
          </a:p>
        </p:txBody>
      </p:sp>
      <p:sp>
        <p:nvSpPr>
          <p:cNvPr id="34" name="TextBox 33">
            <a:extLst>
              <a:ext uri="{FF2B5EF4-FFF2-40B4-BE49-F238E27FC236}">
                <a16:creationId xmlns:a16="http://schemas.microsoft.com/office/drawing/2014/main" id="{6A5F3BD5-6AA5-EA8F-1F2E-E22E3E203184}"/>
              </a:ext>
            </a:extLst>
          </p:cNvPr>
          <p:cNvSpPr txBox="1"/>
          <p:nvPr/>
        </p:nvSpPr>
        <p:spPr>
          <a:xfrm>
            <a:off x="13206041" y="740912"/>
            <a:ext cx="2000615" cy="338554"/>
          </a:xfrm>
          <a:prstGeom prst="rect">
            <a:avLst/>
          </a:prstGeom>
          <a:noFill/>
        </p:spPr>
        <p:txBody>
          <a:bodyPr wrap="square" rtlCol="0">
            <a:spAutoFit/>
          </a:bodyPr>
          <a:lstStyle/>
          <a:p>
            <a:r>
              <a:rPr lang="en-US" sz="1600" dirty="0"/>
              <a:t>develop1 (GitLab/…)</a:t>
            </a:r>
          </a:p>
        </p:txBody>
      </p:sp>
      <p:sp>
        <p:nvSpPr>
          <p:cNvPr id="5" name="Oval 4">
            <a:extLst>
              <a:ext uri="{FF2B5EF4-FFF2-40B4-BE49-F238E27FC236}">
                <a16:creationId xmlns:a16="http://schemas.microsoft.com/office/drawing/2014/main" id="{B2CA0F2B-8C2F-F348-6B6F-38AA5EEBACD9}"/>
              </a:ext>
            </a:extLst>
          </p:cNvPr>
          <p:cNvSpPr/>
          <p:nvPr/>
        </p:nvSpPr>
        <p:spPr>
          <a:xfrm>
            <a:off x="759132" y="3037126"/>
            <a:ext cx="432532" cy="43253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t>O</a:t>
            </a:r>
          </a:p>
        </p:txBody>
      </p:sp>
      <p:sp>
        <p:nvSpPr>
          <p:cNvPr id="36" name="Oval 35">
            <a:extLst>
              <a:ext uri="{FF2B5EF4-FFF2-40B4-BE49-F238E27FC236}">
                <a16:creationId xmlns:a16="http://schemas.microsoft.com/office/drawing/2014/main" id="{DE7EFEC5-2B1B-35A5-FC67-5E8A0D7BFA32}"/>
              </a:ext>
            </a:extLst>
          </p:cNvPr>
          <p:cNvSpPr/>
          <p:nvPr/>
        </p:nvSpPr>
        <p:spPr>
          <a:xfrm>
            <a:off x="2459395" y="834882"/>
            <a:ext cx="432532" cy="43253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t>B</a:t>
            </a:r>
          </a:p>
        </p:txBody>
      </p:sp>
      <p:sp>
        <p:nvSpPr>
          <p:cNvPr id="37" name="Oval 36">
            <a:extLst>
              <a:ext uri="{FF2B5EF4-FFF2-40B4-BE49-F238E27FC236}">
                <a16:creationId xmlns:a16="http://schemas.microsoft.com/office/drawing/2014/main" id="{69658753-D8BF-2109-AE7C-E9FB0E08E51F}"/>
              </a:ext>
            </a:extLst>
          </p:cNvPr>
          <p:cNvSpPr/>
          <p:nvPr/>
        </p:nvSpPr>
        <p:spPr>
          <a:xfrm>
            <a:off x="759132" y="6419492"/>
            <a:ext cx="432532" cy="43253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t>O</a:t>
            </a:r>
          </a:p>
        </p:txBody>
      </p:sp>
      <p:cxnSp>
        <p:nvCxnSpPr>
          <p:cNvPr id="40" name="Straight Arrow Connector 39">
            <a:extLst>
              <a:ext uri="{FF2B5EF4-FFF2-40B4-BE49-F238E27FC236}">
                <a16:creationId xmlns:a16="http://schemas.microsoft.com/office/drawing/2014/main" id="{6076E671-DC9A-CD26-41D7-8C0DED02BC13}"/>
              </a:ext>
            </a:extLst>
          </p:cNvPr>
          <p:cNvCxnSpPr>
            <a:cxnSpLocks/>
            <a:stCxn id="5" idx="4"/>
            <a:endCxn id="37" idx="0"/>
          </p:cNvCxnSpPr>
          <p:nvPr/>
        </p:nvCxnSpPr>
        <p:spPr>
          <a:xfrm>
            <a:off x="975398" y="3469658"/>
            <a:ext cx="0" cy="2949834"/>
          </a:xfrm>
          <a:prstGeom prst="straightConnector1">
            <a:avLst/>
          </a:prstGeom>
          <a:ln>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44" name="TextBox 43">
            <a:extLst>
              <a:ext uri="{FF2B5EF4-FFF2-40B4-BE49-F238E27FC236}">
                <a16:creationId xmlns:a16="http://schemas.microsoft.com/office/drawing/2014/main" id="{F06B6F8F-B549-844F-9AA4-43A9EBA0FD8E}"/>
              </a:ext>
            </a:extLst>
          </p:cNvPr>
          <p:cNvSpPr txBox="1"/>
          <p:nvPr/>
        </p:nvSpPr>
        <p:spPr>
          <a:xfrm rot="16200000">
            <a:off x="466124" y="2116046"/>
            <a:ext cx="430887" cy="587661"/>
          </a:xfrm>
          <a:prstGeom prst="rect">
            <a:avLst/>
          </a:prstGeom>
          <a:noFill/>
        </p:spPr>
        <p:txBody>
          <a:bodyPr vert="eaVert" wrap="none" rtlCol="0">
            <a:spAutoFit/>
          </a:bodyPr>
          <a:lstStyle/>
          <a:p>
            <a:r>
              <a:rPr lang="en-US" sz="1600" dirty="0"/>
              <a:t>clone</a:t>
            </a:r>
          </a:p>
        </p:txBody>
      </p:sp>
      <p:sp>
        <p:nvSpPr>
          <p:cNvPr id="45" name="TextBox 44">
            <a:extLst>
              <a:ext uri="{FF2B5EF4-FFF2-40B4-BE49-F238E27FC236}">
                <a16:creationId xmlns:a16="http://schemas.microsoft.com/office/drawing/2014/main" id="{19AD9C7D-EBE3-49FE-0983-28108198C92A}"/>
              </a:ext>
            </a:extLst>
          </p:cNvPr>
          <p:cNvSpPr txBox="1"/>
          <p:nvPr/>
        </p:nvSpPr>
        <p:spPr>
          <a:xfrm rot="16200000">
            <a:off x="466124" y="4935442"/>
            <a:ext cx="430887" cy="587661"/>
          </a:xfrm>
          <a:prstGeom prst="rect">
            <a:avLst/>
          </a:prstGeom>
          <a:noFill/>
        </p:spPr>
        <p:txBody>
          <a:bodyPr vert="eaVert" wrap="none" rtlCol="0">
            <a:spAutoFit/>
          </a:bodyPr>
          <a:lstStyle/>
          <a:p>
            <a:r>
              <a:rPr lang="en-US" sz="1600" dirty="0"/>
              <a:t>clone</a:t>
            </a:r>
          </a:p>
        </p:txBody>
      </p:sp>
      <p:sp>
        <p:nvSpPr>
          <p:cNvPr id="48" name="Oval 47">
            <a:extLst>
              <a:ext uri="{FF2B5EF4-FFF2-40B4-BE49-F238E27FC236}">
                <a16:creationId xmlns:a16="http://schemas.microsoft.com/office/drawing/2014/main" id="{2C43E845-A513-F6CA-E809-C037289B49AF}"/>
              </a:ext>
            </a:extLst>
          </p:cNvPr>
          <p:cNvSpPr/>
          <p:nvPr/>
        </p:nvSpPr>
        <p:spPr>
          <a:xfrm>
            <a:off x="1663792" y="828796"/>
            <a:ext cx="432532" cy="43253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t>A</a:t>
            </a:r>
          </a:p>
        </p:txBody>
      </p:sp>
      <p:sp>
        <p:nvSpPr>
          <p:cNvPr id="49" name="Oval 48">
            <a:extLst>
              <a:ext uri="{FF2B5EF4-FFF2-40B4-BE49-F238E27FC236}">
                <a16:creationId xmlns:a16="http://schemas.microsoft.com/office/drawing/2014/main" id="{50DBA51E-7C3C-A632-D795-F50D863DCABB}"/>
              </a:ext>
            </a:extLst>
          </p:cNvPr>
          <p:cNvSpPr/>
          <p:nvPr/>
        </p:nvSpPr>
        <p:spPr>
          <a:xfrm>
            <a:off x="3295981" y="846171"/>
            <a:ext cx="432532" cy="43253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t>C</a:t>
            </a:r>
          </a:p>
        </p:txBody>
      </p:sp>
      <p:sp>
        <p:nvSpPr>
          <p:cNvPr id="50" name="Oval 49">
            <a:extLst>
              <a:ext uri="{FF2B5EF4-FFF2-40B4-BE49-F238E27FC236}">
                <a16:creationId xmlns:a16="http://schemas.microsoft.com/office/drawing/2014/main" id="{C5B7D523-7771-0C7A-3212-3ECE537E755F}"/>
              </a:ext>
            </a:extLst>
          </p:cNvPr>
          <p:cNvSpPr/>
          <p:nvPr/>
        </p:nvSpPr>
        <p:spPr>
          <a:xfrm>
            <a:off x="757341" y="834882"/>
            <a:ext cx="432532" cy="43253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t>O</a:t>
            </a:r>
          </a:p>
        </p:txBody>
      </p:sp>
      <p:sp>
        <p:nvSpPr>
          <p:cNvPr id="57" name="TextBox 56">
            <a:extLst>
              <a:ext uri="{FF2B5EF4-FFF2-40B4-BE49-F238E27FC236}">
                <a16:creationId xmlns:a16="http://schemas.microsoft.com/office/drawing/2014/main" id="{78D27DE0-9105-8436-67F6-18907C90896C}"/>
              </a:ext>
            </a:extLst>
          </p:cNvPr>
          <p:cNvSpPr txBox="1"/>
          <p:nvPr/>
        </p:nvSpPr>
        <p:spPr>
          <a:xfrm>
            <a:off x="13233267" y="1834772"/>
            <a:ext cx="2000615" cy="338554"/>
          </a:xfrm>
          <a:prstGeom prst="rect">
            <a:avLst/>
          </a:prstGeom>
          <a:noFill/>
        </p:spPr>
        <p:txBody>
          <a:bodyPr wrap="square" rtlCol="0">
            <a:spAutoFit/>
          </a:bodyPr>
          <a:lstStyle/>
          <a:p>
            <a:r>
              <a:rPr lang="en-US" sz="1600" dirty="0"/>
              <a:t>ForGitHub (GitLab)</a:t>
            </a:r>
          </a:p>
        </p:txBody>
      </p:sp>
      <p:cxnSp>
        <p:nvCxnSpPr>
          <p:cNvPr id="59" name="Straight Arrow Connector 58">
            <a:extLst>
              <a:ext uri="{FF2B5EF4-FFF2-40B4-BE49-F238E27FC236}">
                <a16:creationId xmlns:a16="http://schemas.microsoft.com/office/drawing/2014/main" id="{7F8C5F87-B58A-721B-F4F8-CC82DC371D62}"/>
              </a:ext>
            </a:extLst>
          </p:cNvPr>
          <p:cNvCxnSpPr>
            <a:cxnSpLocks/>
            <a:stCxn id="50" idx="5"/>
            <a:endCxn id="6" idx="2"/>
          </p:cNvCxnSpPr>
          <p:nvPr/>
        </p:nvCxnSpPr>
        <p:spPr>
          <a:xfrm>
            <a:off x="1126530" y="1204071"/>
            <a:ext cx="2573463" cy="955711"/>
          </a:xfrm>
          <a:prstGeom prst="straightConnector1">
            <a:avLst/>
          </a:prstGeom>
          <a:ln>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60" name="TextBox 59">
            <a:extLst>
              <a:ext uri="{FF2B5EF4-FFF2-40B4-BE49-F238E27FC236}">
                <a16:creationId xmlns:a16="http://schemas.microsoft.com/office/drawing/2014/main" id="{C9B42FB4-F91B-D1B2-71CD-FB1B8312C85B}"/>
              </a:ext>
            </a:extLst>
          </p:cNvPr>
          <p:cNvSpPr txBox="1"/>
          <p:nvPr/>
        </p:nvSpPr>
        <p:spPr>
          <a:xfrm>
            <a:off x="3728513" y="1997342"/>
            <a:ext cx="481869" cy="338554"/>
          </a:xfrm>
          <a:prstGeom prst="rect">
            <a:avLst/>
          </a:prstGeom>
          <a:noFill/>
        </p:spPr>
        <p:txBody>
          <a:bodyPr wrap="square" rtlCol="0">
            <a:spAutoFit/>
          </a:bodyPr>
          <a:lstStyle/>
          <a:p>
            <a:r>
              <a:rPr lang="en-US" sz="1600" b="1" dirty="0"/>
              <a:t>S1</a:t>
            </a:r>
          </a:p>
        </p:txBody>
      </p:sp>
      <p:cxnSp>
        <p:nvCxnSpPr>
          <p:cNvPr id="64" name="Straight Arrow Connector 63">
            <a:extLst>
              <a:ext uri="{FF2B5EF4-FFF2-40B4-BE49-F238E27FC236}">
                <a16:creationId xmlns:a16="http://schemas.microsoft.com/office/drawing/2014/main" id="{8C744532-98CE-413C-F793-4EF872C8E46B}"/>
              </a:ext>
            </a:extLst>
          </p:cNvPr>
          <p:cNvCxnSpPr>
            <a:cxnSpLocks/>
            <a:stCxn id="49" idx="4"/>
            <a:endCxn id="6" idx="0"/>
          </p:cNvCxnSpPr>
          <p:nvPr/>
        </p:nvCxnSpPr>
        <p:spPr>
          <a:xfrm>
            <a:off x="3512247" y="1278703"/>
            <a:ext cx="404012" cy="664813"/>
          </a:xfrm>
          <a:prstGeom prst="straightConnector1">
            <a:avLst/>
          </a:prstGeom>
          <a:ln w="28575" cap="flat" cmpd="sng" algn="ctr">
            <a:solidFill>
              <a:schemeClr val="accent2"/>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6" name="TextBox 65">
            <a:extLst>
              <a:ext uri="{FF2B5EF4-FFF2-40B4-BE49-F238E27FC236}">
                <a16:creationId xmlns:a16="http://schemas.microsoft.com/office/drawing/2014/main" id="{CCC86C0C-A3FD-879B-83E0-780561CB75C8}"/>
              </a:ext>
            </a:extLst>
          </p:cNvPr>
          <p:cNvSpPr txBox="1"/>
          <p:nvPr/>
        </p:nvSpPr>
        <p:spPr>
          <a:xfrm rot="16200000">
            <a:off x="5378471" y="-192885"/>
            <a:ext cx="738664" cy="3663088"/>
          </a:xfrm>
          <a:prstGeom prst="rect">
            <a:avLst/>
          </a:prstGeom>
          <a:noFill/>
        </p:spPr>
        <p:txBody>
          <a:bodyPr vert="eaVert" wrap="square" rtlCol="0">
            <a:spAutoFit/>
          </a:bodyPr>
          <a:lstStyle/>
          <a:p>
            <a:r>
              <a:rPr lang="en-US" sz="1200" dirty="0">
                <a:solidFill>
                  <a:schemeClr val="accent2"/>
                </a:solidFill>
              </a:rPr>
              <a:t>git merge –squash</a:t>
            </a:r>
            <a:br>
              <a:rPr lang="en-US" sz="1200" dirty="0">
                <a:solidFill>
                  <a:schemeClr val="accent2"/>
                </a:solidFill>
              </a:rPr>
            </a:br>
            <a:r>
              <a:rPr lang="en-US" sz="1200" dirty="0">
                <a:solidFill>
                  <a:schemeClr val="accent2"/>
                </a:solidFill>
              </a:rPr>
              <a:t>squash changes from A to C</a:t>
            </a:r>
            <a:br>
              <a:rPr lang="en-US" sz="1200" dirty="0">
                <a:solidFill>
                  <a:schemeClr val="accent2"/>
                </a:solidFill>
              </a:rPr>
            </a:br>
            <a:r>
              <a:rPr lang="en-US" sz="1200" dirty="0">
                <a:solidFill>
                  <a:schemeClr val="accent2"/>
                </a:solidFill>
              </a:rPr>
              <a:t>Create S1, whose only parent is O</a:t>
            </a:r>
          </a:p>
        </p:txBody>
      </p:sp>
      <p:cxnSp>
        <p:nvCxnSpPr>
          <p:cNvPr id="67" name="Straight Arrow Connector 66">
            <a:extLst>
              <a:ext uri="{FF2B5EF4-FFF2-40B4-BE49-F238E27FC236}">
                <a16:creationId xmlns:a16="http://schemas.microsoft.com/office/drawing/2014/main" id="{3E472433-DDF3-4D3A-14FF-A094E6333AC0}"/>
              </a:ext>
            </a:extLst>
          </p:cNvPr>
          <p:cNvCxnSpPr>
            <a:cxnSpLocks/>
            <a:stCxn id="6" idx="4"/>
            <a:endCxn id="84" idx="0"/>
          </p:cNvCxnSpPr>
          <p:nvPr/>
        </p:nvCxnSpPr>
        <p:spPr>
          <a:xfrm>
            <a:off x="3916259" y="2376048"/>
            <a:ext cx="8390" cy="657924"/>
          </a:xfrm>
          <a:prstGeom prst="straightConnector1">
            <a:avLst/>
          </a:prstGeom>
          <a:ln>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71" name="TextBox 70">
            <a:extLst>
              <a:ext uri="{FF2B5EF4-FFF2-40B4-BE49-F238E27FC236}">
                <a16:creationId xmlns:a16="http://schemas.microsoft.com/office/drawing/2014/main" id="{443A989B-9FF4-88DC-168C-FA341CCF8E81}"/>
              </a:ext>
            </a:extLst>
          </p:cNvPr>
          <p:cNvSpPr txBox="1"/>
          <p:nvPr/>
        </p:nvSpPr>
        <p:spPr>
          <a:xfrm rot="16200000">
            <a:off x="5097474" y="1151685"/>
            <a:ext cx="861774" cy="3147107"/>
          </a:xfrm>
          <a:prstGeom prst="rect">
            <a:avLst/>
          </a:prstGeom>
          <a:noFill/>
        </p:spPr>
        <p:txBody>
          <a:bodyPr vert="eaVert" wrap="square" rtlCol="0">
            <a:spAutoFit/>
          </a:bodyPr>
          <a:lstStyle/>
          <a:p>
            <a:r>
              <a:rPr lang="en-US" sz="1100" dirty="0"/>
              <a:t>Pull Request. If accept with merge (no squash) and the PR platform (i.e. GitHub) allows fast forward, this will result in Public_GitHub fast forwarded to S1. If not, a new merge commit S1’ will be created</a:t>
            </a:r>
          </a:p>
        </p:txBody>
      </p:sp>
      <p:sp>
        <p:nvSpPr>
          <p:cNvPr id="72" name="TextBox 71">
            <a:extLst>
              <a:ext uri="{FF2B5EF4-FFF2-40B4-BE49-F238E27FC236}">
                <a16:creationId xmlns:a16="http://schemas.microsoft.com/office/drawing/2014/main" id="{FF07BDCF-9DEC-4B44-23D4-F443C1A8F0BF}"/>
              </a:ext>
            </a:extLst>
          </p:cNvPr>
          <p:cNvSpPr txBox="1"/>
          <p:nvPr/>
        </p:nvSpPr>
        <p:spPr>
          <a:xfrm>
            <a:off x="1330296" y="416755"/>
            <a:ext cx="2425037" cy="461665"/>
          </a:xfrm>
          <a:prstGeom prst="rect">
            <a:avLst/>
          </a:prstGeom>
          <a:noFill/>
        </p:spPr>
        <p:txBody>
          <a:bodyPr wrap="square" rtlCol="0">
            <a:spAutoFit/>
          </a:bodyPr>
          <a:lstStyle/>
          <a:p>
            <a:r>
              <a:rPr lang="en-US" sz="1200" dirty="0">
                <a:solidFill>
                  <a:srgbClr val="FF0000"/>
                </a:solidFill>
              </a:rPr>
              <a:t>dev commits A and B can be messy with PHI and secret</a:t>
            </a:r>
          </a:p>
        </p:txBody>
      </p:sp>
      <p:sp>
        <p:nvSpPr>
          <p:cNvPr id="73" name="TextBox 72">
            <a:extLst>
              <a:ext uri="{FF2B5EF4-FFF2-40B4-BE49-F238E27FC236}">
                <a16:creationId xmlns:a16="http://schemas.microsoft.com/office/drawing/2014/main" id="{BA265142-CEB2-31B0-3F10-0B60A2B111B0}"/>
              </a:ext>
            </a:extLst>
          </p:cNvPr>
          <p:cNvSpPr txBox="1"/>
          <p:nvPr/>
        </p:nvSpPr>
        <p:spPr>
          <a:xfrm>
            <a:off x="3631058" y="496851"/>
            <a:ext cx="2000615" cy="461665"/>
          </a:xfrm>
          <a:prstGeom prst="rect">
            <a:avLst/>
          </a:prstGeom>
          <a:noFill/>
        </p:spPr>
        <p:txBody>
          <a:bodyPr wrap="square" rtlCol="0">
            <a:spAutoFit/>
          </a:bodyPr>
          <a:lstStyle/>
          <a:p>
            <a:r>
              <a:rPr lang="en-US" sz="1200" dirty="0">
                <a:solidFill>
                  <a:srgbClr val="00B050"/>
                </a:solidFill>
              </a:rPr>
              <a:t>C clean up mess in A and B</a:t>
            </a:r>
            <a:br>
              <a:rPr lang="en-US" sz="1200" dirty="0">
                <a:solidFill>
                  <a:srgbClr val="00B050"/>
                </a:solidFill>
              </a:rPr>
            </a:br>
            <a:r>
              <a:rPr lang="en-US" sz="1200" dirty="0">
                <a:solidFill>
                  <a:srgbClr val="00B050"/>
                </a:solidFill>
              </a:rPr>
              <a:t>and ready to publish</a:t>
            </a:r>
          </a:p>
        </p:txBody>
      </p:sp>
      <p:sp>
        <p:nvSpPr>
          <p:cNvPr id="84" name="Oval 83">
            <a:extLst>
              <a:ext uri="{FF2B5EF4-FFF2-40B4-BE49-F238E27FC236}">
                <a16:creationId xmlns:a16="http://schemas.microsoft.com/office/drawing/2014/main" id="{B17AF149-3269-31E0-2586-7F1679C8C52B}"/>
              </a:ext>
            </a:extLst>
          </p:cNvPr>
          <p:cNvSpPr/>
          <p:nvPr/>
        </p:nvSpPr>
        <p:spPr>
          <a:xfrm>
            <a:off x="3708383" y="3033972"/>
            <a:ext cx="432532" cy="43253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800" b="1" dirty="0"/>
          </a:p>
        </p:txBody>
      </p:sp>
      <p:sp>
        <p:nvSpPr>
          <p:cNvPr id="85" name="TextBox 84">
            <a:extLst>
              <a:ext uri="{FF2B5EF4-FFF2-40B4-BE49-F238E27FC236}">
                <a16:creationId xmlns:a16="http://schemas.microsoft.com/office/drawing/2014/main" id="{04BA6645-71FB-EBA0-DD2C-3D1239D82657}"/>
              </a:ext>
            </a:extLst>
          </p:cNvPr>
          <p:cNvSpPr txBox="1"/>
          <p:nvPr/>
        </p:nvSpPr>
        <p:spPr>
          <a:xfrm>
            <a:off x="3736903" y="3087798"/>
            <a:ext cx="481869" cy="338554"/>
          </a:xfrm>
          <a:prstGeom prst="rect">
            <a:avLst/>
          </a:prstGeom>
          <a:noFill/>
        </p:spPr>
        <p:txBody>
          <a:bodyPr wrap="square" rtlCol="0">
            <a:spAutoFit/>
          </a:bodyPr>
          <a:lstStyle/>
          <a:p>
            <a:r>
              <a:rPr lang="en-US" sz="1600" b="1" dirty="0"/>
              <a:t>S1</a:t>
            </a:r>
          </a:p>
        </p:txBody>
      </p:sp>
      <p:sp>
        <p:nvSpPr>
          <p:cNvPr id="86" name="Oval 85">
            <a:extLst>
              <a:ext uri="{FF2B5EF4-FFF2-40B4-BE49-F238E27FC236}">
                <a16:creationId xmlns:a16="http://schemas.microsoft.com/office/drawing/2014/main" id="{E388C081-DDA4-84C0-2E20-7CA4753404A8}"/>
              </a:ext>
            </a:extLst>
          </p:cNvPr>
          <p:cNvSpPr/>
          <p:nvPr/>
        </p:nvSpPr>
        <p:spPr>
          <a:xfrm>
            <a:off x="3667637" y="6411009"/>
            <a:ext cx="432532" cy="43253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t>E</a:t>
            </a:r>
          </a:p>
        </p:txBody>
      </p:sp>
      <p:sp>
        <p:nvSpPr>
          <p:cNvPr id="87" name="Oval 86">
            <a:extLst>
              <a:ext uri="{FF2B5EF4-FFF2-40B4-BE49-F238E27FC236}">
                <a16:creationId xmlns:a16="http://schemas.microsoft.com/office/drawing/2014/main" id="{5528800E-09CA-14D6-0BFC-236FC546752C}"/>
              </a:ext>
            </a:extLst>
          </p:cNvPr>
          <p:cNvSpPr/>
          <p:nvPr/>
        </p:nvSpPr>
        <p:spPr>
          <a:xfrm>
            <a:off x="5229333" y="6419492"/>
            <a:ext cx="432532" cy="43253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t>F</a:t>
            </a:r>
          </a:p>
        </p:txBody>
      </p:sp>
      <p:sp>
        <p:nvSpPr>
          <p:cNvPr id="96" name="TextBox 95">
            <a:extLst>
              <a:ext uri="{FF2B5EF4-FFF2-40B4-BE49-F238E27FC236}">
                <a16:creationId xmlns:a16="http://schemas.microsoft.com/office/drawing/2014/main" id="{F260D1E6-72BE-37E6-6DE1-45DCA4BEF08A}"/>
              </a:ext>
            </a:extLst>
          </p:cNvPr>
          <p:cNvSpPr txBox="1"/>
          <p:nvPr/>
        </p:nvSpPr>
        <p:spPr>
          <a:xfrm>
            <a:off x="1874093" y="6815310"/>
            <a:ext cx="4392893" cy="276999"/>
          </a:xfrm>
          <a:prstGeom prst="rect">
            <a:avLst/>
          </a:prstGeom>
          <a:noFill/>
        </p:spPr>
        <p:txBody>
          <a:bodyPr wrap="square" rtlCol="0">
            <a:spAutoFit/>
          </a:bodyPr>
          <a:lstStyle/>
          <a:p>
            <a:r>
              <a:rPr lang="en-US" sz="1200" dirty="0">
                <a:solidFill>
                  <a:srgbClr val="FF0000"/>
                </a:solidFill>
              </a:rPr>
              <a:t>dev commits D, E, and F can be messy with PHI and secret</a:t>
            </a:r>
          </a:p>
        </p:txBody>
      </p:sp>
      <p:cxnSp>
        <p:nvCxnSpPr>
          <p:cNvPr id="97" name="Straight Connector 96">
            <a:extLst>
              <a:ext uri="{FF2B5EF4-FFF2-40B4-BE49-F238E27FC236}">
                <a16:creationId xmlns:a16="http://schemas.microsoft.com/office/drawing/2014/main" id="{AD66EADC-D538-17F4-EB9A-E6370D3E7ECE}"/>
              </a:ext>
            </a:extLst>
          </p:cNvPr>
          <p:cNvCxnSpPr>
            <a:cxnSpLocks/>
          </p:cNvCxnSpPr>
          <p:nvPr/>
        </p:nvCxnSpPr>
        <p:spPr>
          <a:xfrm>
            <a:off x="5996833" y="5659137"/>
            <a:ext cx="9079616" cy="0"/>
          </a:xfrm>
          <a:prstGeom prst="line">
            <a:avLst/>
          </a:prstGeom>
        </p:spPr>
        <p:style>
          <a:lnRef idx="3">
            <a:schemeClr val="accent1"/>
          </a:lnRef>
          <a:fillRef idx="0">
            <a:schemeClr val="accent1"/>
          </a:fillRef>
          <a:effectRef idx="2">
            <a:schemeClr val="accent1"/>
          </a:effectRef>
          <a:fontRef idx="minor">
            <a:schemeClr val="tx1"/>
          </a:fontRef>
        </p:style>
      </p:cxnSp>
      <p:sp>
        <p:nvSpPr>
          <p:cNvPr id="99" name="Oval 98">
            <a:extLst>
              <a:ext uri="{FF2B5EF4-FFF2-40B4-BE49-F238E27FC236}">
                <a16:creationId xmlns:a16="http://schemas.microsoft.com/office/drawing/2014/main" id="{D05DB63B-7396-7BD3-EA21-8CC8FA622B89}"/>
              </a:ext>
            </a:extLst>
          </p:cNvPr>
          <p:cNvSpPr/>
          <p:nvPr/>
        </p:nvSpPr>
        <p:spPr>
          <a:xfrm>
            <a:off x="5631673" y="5442871"/>
            <a:ext cx="432532" cy="43253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t>G</a:t>
            </a:r>
          </a:p>
        </p:txBody>
      </p:sp>
      <p:cxnSp>
        <p:nvCxnSpPr>
          <p:cNvPr id="100" name="Straight Arrow Connector 99">
            <a:extLst>
              <a:ext uri="{FF2B5EF4-FFF2-40B4-BE49-F238E27FC236}">
                <a16:creationId xmlns:a16="http://schemas.microsoft.com/office/drawing/2014/main" id="{B6BAC3BF-2E4F-F4D1-B5F3-13616B3BB5FF}"/>
              </a:ext>
            </a:extLst>
          </p:cNvPr>
          <p:cNvCxnSpPr>
            <a:cxnSpLocks/>
            <a:stCxn id="87" idx="7"/>
            <a:endCxn id="99" idx="4"/>
          </p:cNvCxnSpPr>
          <p:nvPr/>
        </p:nvCxnSpPr>
        <p:spPr>
          <a:xfrm flipV="1">
            <a:off x="5598522" y="5875403"/>
            <a:ext cx="249417" cy="607432"/>
          </a:xfrm>
          <a:prstGeom prst="straightConnector1">
            <a:avLst/>
          </a:prstGeom>
          <a:ln>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104" name="TextBox 103">
            <a:extLst>
              <a:ext uri="{FF2B5EF4-FFF2-40B4-BE49-F238E27FC236}">
                <a16:creationId xmlns:a16="http://schemas.microsoft.com/office/drawing/2014/main" id="{E3DDB597-2F4E-36FC-F82E-89A8538CC91B}"/>
              </a:ext>
            </a:extLst>
          </p:cNvPr>
          <p:cNvSpPr txBox="1"/>
          <p:nvPr/>
        </p:nvSpPr>
        <p:spPr>
          <a:xfrm>
            <a:off x="13268712" y="5314781"/>
            <a:ext cx="2000615" cy="338554"/>
          </a:xfrm>
          <a:prstGeom prst="rect">
            <a:avLst/>
          </a:prstGeom>
          <a:noFill/>
        </p:spPr>
        <p:txBody>
          <a:bodyPr wrap="square" rtlCol="0">
            <a:spAutoFit/>
          </a:bodyPr>
          <a:lstStyle/>
          <a:p>
            <a:r>
              <a:rPr lang="en-US" sz="1600" dirty="0" err="1"/>
              <a:t>cleanUp</a:t>
            </a:r>
            <a:r>
              <a:rPr lang="en-US" sz="1600" dirty="0"/>
              <a:t> (GitLab/…)</a:t>
            </a:r>
          </a:p>
        </p:txBody>
      </p:sp>
      <p:sp>
        <p:nvSpPr>
          <p:cNvPr id="106" name="Oval 105">
            <a:extLst>
              <a:ext uri="{FF2B5EF4-FFF2-40B4-BE49-F238E27FC236}">
                <a16:creationId xmlns:a16="http://schemas.microsoft.com/office/drawing/2014/main" id="{D1A86E4F-5D96-0F53-6045-FBDF31FDBDDE}"/>
              </a:ext>
            </a:extLst>
          </p:cNvPr>
          <p:cNvSpPr/>
          <p:nvPr/>
        </p:nvSpPr>
        <p:spPr>
          <a:xfrm>
            <a:off x="6639850" y="6433210"/>
            <a:ext cx="432532" cy="43253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t>H</a:t>
            </a:r>
          </a:p>
        </p:txBody>
      </p:sp>
      <p:sp>
        <p:nvSpPr>
          <p:cNvPr id="107" name="TextBox 106">
            <a:extLst>
              <a:ext uri="{FF2B5EF4-FFF2-40B4-BE49-F238E27FC236}">
                <a16:creationId xmlns:a16="http://schemas.microsoft.com/office/drawing/2014/main" id="{BAEE49E3-7B70-9D89-7EEC-6265E4975E8E}"/>
              </a:ext>
            </a:extLst>
          </p:cNvPr>
          <p:cNvSpPr txBox="1"/>
          <p:nvPr/>
        </p:nvSpPr>
        <p:spPr>
          <a:xfrm>
            <a:off x="5911615" y="5702978"/>
            <a:ext cx="5330142" cy="738664"/>
          </a:xfrm>
          <a:prstGeom prst="rect">
            <a:avLst/>
          </a:prstGeom>
          <a:noFill/>
        </p:spPr>
        <p:txBody>
          <a:bodyPr wrap="square" rtlCol="0">
            <a:spAutoFit/>
          </a:bodyPr>
          <a:lstStyle/>
          <a:p>
            <a:r>
              <a:rPr lang="en-US" sz="1050" dirty="0">
                <a:solidFill>
                  <a:srgbClr val="00B050"/>
                </a:solidFill>
              </a:rPr>
              <a:t>Create a new branch “</a:t>
            </a:r>
            <a:r>
              <a:rPr lang="en-US" sz="1050" dirty="0" err="1">
                <a:solidFill>
                  <a:srgbClr val="00B050"/>
                </a:solidFill>
              </a:rPr>
              <a:t>cleanUp</a:t>
            </a:r>
            <a:r>
              <a:rPr lang="en-US" sz="1050" dirty="0">
                <a:solidFill>
                  <a:srgbClr val="00B050"/>
                </a:solidFill>
              </a:rPr>
              <a:t>” from F and clean the mess there to create commit G, so that branch develop2 is not altered for the purpose of publication and thus local development can move on smoothly. This is useful when the develop2 env has local dependencies that are not suitable for public but is needed/useful for local dev.</a:t>
            </a:r>
          </a:p>
        </p:txBody>
      </p:sp>
      <p:cxnSp>
        <p:nvCxnSpPr>
          <p:cNvPr id="108" name="Straight Connector 107">
            <a:extLst>
              <a:ext uri="{FF2B5EF4-FFF2-40B4-BE49-F238E27FC236}">
                <a16:creationId xmlns:a16="http://schemas.microsoft.com/office/drawing/2014/main" id="{49F88FFC-89B2-D79A-9448-75AC69122128}"/>
              </a:ext>
            </a:extLst>
          </p:cNvPr>
          <p:cNvCxnSpPr>
            <a:cxnSpLocks/>
          </p:cNvCxnSpPr>
          <p:nvPr/>
        </p:nvCxnSpPr>
        <p:spPr>
          <a:xfrm>
            <a:off x="6307470" y="4721610"/>
            <a:ext cx="8939964"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111" name="Straight Arrow Connector 110">
            <a:extLst>
              <a:ext uri="{FF2B5EF4-FFF2-40B4-BE49-F238E27FC236}">
                <a16:creationId xmlns:a16="http://schemas.microsoft.com/office/drawing/2014/main" id="{CDAACE9A-F81A-5F6F-641D-7A1D28BDBBBA}"/>
              </a:ext>
            </a:extLst>
          </p:cNvPr>
          <p:cNvCxnSpPr>
            <a:cxnSpLocks/>
            <a:stCxn id="37" idx="7"/>
            <a:endCxn id="117" idx="1"/>
          </p:cNvCxnSpPr>
          <p:nvPr/>
        </p:nvCxnSpPr>
        <p:spPr>
          <a:xfrm flipV="1">
            <a:off x="1128321" y="4719231"/>
            <a:ext cx="4783636" cy="1763604"/>
          </a:xfrm>
          <a:prstGeom prst="straightConnector1">
            <a:avLst/>
          </a:prstGeom>
          <a:ln>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116" name="Oval 115">
            <a:extLst>
              <a:ext uri="{FF2B5EF4-FFF2-40B4-BE49-F238E27FC236}">
                <a16:creationId xmlns:a16="http://schemas.microsoft.com/office/drawing/2014/main" id="{C70A95E1-D6FC-89E7-37C7-52532FE6960E}"/>
              </a:ext>
            </a:extLst>
          </p:cNvPr>
          <p:cNvSpPr/>
          <p:nvPr/>
        </p:nvSpPr>
        <p:spPr>
          <a:xfrm>
            <a:off x="5883437" y="4496128"/>
            <a:ext cx="432532" cy="43253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800" b="1" dirty="0"/>
          </a:p>
        </p:txBody>
      </p:sp>
      <p:sp>
        <p:nvSpPr>
          <p:cNvPr id="117" name="TextBox 116">
            <a:extLst>
              <a:ext uri="{FF2B5EF4-FFF2-40B4-BE49-F238E27FC236}">
                <a16:creationId xmlns:a16="http://schemas.microsoft.com/office/drawing/2014/main" id="{70A98E7C-A990-4C7D-7AAF-FD4C4FBC6CDA}"/>
              </a:ext>
            </a:extLst>
          </p:cNvPr>
          <p:cNvSpPr txBox="1"/>
          <p:nvPr/>
        </p:nvSpPr>
        <p:spPr>
          <a:xfrm>
            <a:off x="5911957" y="4549954"/>
            <a:ext cx="481869" cy="338554"/>
          </a:xfrm>
          <a:prstGeom prst="rect">
            <a:avLst/>
          </a:prstGeom>
          <a:noFill/>
        </p:spPr>
        <p:txBody>
          <a:bodyPr wrap="square" rtlCol="0">
            <a:spAutoFit/>
          </a:bodyPr>
          <a:lstStyle/>
          <a:p>
            <a:r>
              <a:rPr lang="en-US" sz="1600" b="1" dirty="0"/>
              <a:t>S2</a:t>
            </a:r>
          </a:p>
        </p:txBody>
      </p:sp>
      <p:cxnSp>
        <p:nvCxnSpPr>
          <p:cNvPr id="121" name="Straight Arrow Connector 120">
            <a:extLst>
              <a:ext uri="{FF2B5EF4-FFF2-40B4-BE49-F238E27FC236}">
                <a16:creationId xmlns:a16="http://schemas.microsoft.com/office/drawing/2014/main" id="{826B01E5-521E-6939-34B3-8C954F898BED}"/>
              </a:ext>
            </a:extLst>
          </p:cNvPr>
          <p:cNvCxnSpPr>
            <a:cxnSpLocks/>
            <a:stCxn id="99" idx="0"/>
            <a:endCxn id="116" idx="4"/>
          </p:cNvCxnSpPr>
          <p:nvPr/>
        </p:nvCxnSpPr>
        <p:spPr>
          <a:xfrm flipV="1">
            <a:off x="5847939" y="4928660"/>
            <a:ext cx="251764" cy="514211"/>
          </a:xfrm>
          <a:prstGeom prst="straightConnector1">
            <a:avLst/>
          </a:prstGeom>
          <a:ln w="28575" cap="flat" cmpd="sng" algn="ctr">
            <a:solidFill>
              <a:schemeClr val="accent2"/>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5" name="TextBox 124">
            <a:extLst>
              <a:ext uri="{FF2B5EF4-FFF2-40B4-BE49-F238E27FC236}">
                <a16:creationId xmlns:a16="http://schemas.microsoft.com/office/drawing/2014/main" id="{D5FD3847-FE1D-A0D0-CD39-A8AF308C17B7}"/>
              </a:ext>
            </a:extLst>
          </p:cNvPr>
          <p:cNvSpPr txBox="1"/>
          <p:nvPr/>
        </p:nvSpPr>
        <p:spPr>
          <a:xfrm rot="16200000">
            <a:off x="7571251" y="3546868"/>
            <a:ext cx="669414" cy="3382700"/>
          </a:xfrm>
          <a:prstGeom prst="rect">
            <a:avLst/>
          </a:prstGeom>
          <a:noFill/>
        </p:spPr>
        <p:txBody>
          <a:bodyPr vert="eaVert" wrap="square" rtlCol="0">
            <a:spAutoFit/>
          </a:bodyPr>
          <a:lstStyle/>
          <a:p>
            <a:r>
              <a:rPr lang="en-US" sz="1050" dirty="0">
                <a:solidFill>
                  <a:schemeClr val="accent2"/>
                </a:solidFill>
              </a:rPr>
              <a:t>git merge –squash</a:t>
            </a:r>
            <a:br>
              <a:rPr lang="en-US" sz="1050" dirty="0">
                <a:solidFill>
                  <a:schemeClr val="accent2"/>
                </a:solidFill>
              </a:rPr>
            </a:br>
            <a:r>
              <a:rPr lang="en-US" sz="1050" dirty="0">
                <a:solidFill>
                  <a:schemeClr val="accent2"/>
                </a:solidFill>
              </a:rPr>
              <a:t>squash changes from D to G, all changes and cleanup</a:t>
            </a:r>
            <a:br>
              <a:rPr lang="en-US" sz="1050" dirty="0">
                <a:solidFill>
                  <a:schemeClr val="accent2"/>
                </a:solidFill>
              </a:rPr>
            </a:br>
            <a:r>
              <a:rPr lang="en-US" sz="1050" dirty="0">
                <a:solidFill>
                  <a:schemeClr val="accent2"/>
                </a:solidFill>
              </a:rPr>
              <a:t>Create S2, whose only parent is O</a:t>
            </a:r>
          </a:p>
        </p:txBody>
      </p:sp>
      <p:sp>
        <p:nvSpPr>
          <p:cNvPr id="128" name="Oval 127">
            <a:extLst>
              <a:ext uri="{FF2B5EF4-FFF2-40B4-BE49-F238E27FC236}">
                <a16:creationId xmlns:a16="http://schemas.microsoft.com/office/drawing/2014/main" id="{B73624F4-FAD0-2A92-CEBC-4BB8959DB66A}"/>
              </a:ext>
            </a:extLst>
          </p:cNvPr>
          <p:cNvSpPr/>
          <p:nvPr/>
        </p:nvSpPr>
        <p:spPr>
          <a:xfrm>
            <a:off x="7043862" y="4496128"/>
            <a:ext cx="432532" cy="43253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800" b="1" dirty="0"/>
          </a:p>
        </p:txBody>
      </p:sp>
      <p:sp>
        <p:nvSpPr>
          <p:cNvPr id="129" name="TextBox 128">
            <a:extLst>
              <a:ext uri="{FF2B5EF4-FFF2-40B4-BE49-F238E27FC236}">
                <a16:creationId xmlns:a16="http://schemas.microsoft.com/office/drawing/2014/main" id="{D34E1D4F-04D0-D676-FE6C-3B26704007CA}"/>
              </a:ext>
            </a:extLst>
          </p:cNvPr>
          <p:cNvSpPr txBox="1"/>
          <p:nvPr/>
        </p:nvSpPr>
        <p:spPr>
          <a:xfrm>
            <a:off x="7052577" y="4549954"/>
            <a:ext cx="481869" cy="338554"/>
          </a:xfrm>
          <a:prstGeom prst="rect">
            <a:avLst/>
          </a:prstGeom>
          <a:noFill/>
        </p:spPr>
        <p:txBody>
          <a:bodyPr wrap="square" rtlCol="0">
            <a:spAutoFit/>
          </a:bodyPr>
          <a:lstStyle/>
          <a:p>
            <a:r>
              <a:rPr lang="en-US" sz="1600" b="1" dirty="0"/>
              <a:t>M1</a:t>
            </a:r>
          </a:p>
        </p:txBody>
      </p:sp>
      <p:cxnSp>
        <p:nvCxnSpPr>
          <p:cNvPr id="130" name="Straight Arrow Connector 129">
            <a:extLst>
              <a:ext uri="{FF2B5EF4-FFF2-40B4-BE49-F238E27FC236}">
                <a16:creationId xmlns:a16="http://schemas.microsoft.com/office/drawing/2014/main" id="{F2AE0136-3389-C8A9-E67B-7E1DDD2CA9FA}"/>
              </a:ext>
            </a:extLst>
          </p:cNvPr>
          <p:cNvCxnSpPr>
            <a:cxnSpLocks/>
            <a:stCxn id="84" idx="5"/>
          </p:cNvCxnSpPr>
          <p:nvPr/>
        </p:nvCxnSpPr>
        <p:spPr>
          <a:xfrm>
            <a:off x="4077572" y="3403161"/>
            <a:ext cx="2994810" cy="1201678"/>
          </a:xfrm>
          <a:prstGeom prst="straightConnector1">
            <a:avLst/>
          </a:prstGeom>
          <a:ln>
            <a:solidFill>
              <a:srgbClr val="00B0F0"/>
            </a:solidFill>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137" name="TextBox 136">
            <a:extLst>
              <a:ext uri="{FF2B5EF4-FFF2-40B4-BE49-F238E27FC236}">
                <a16:creationId xmlns:a16="http://schemas.microsoft.com/office/drawing/2014/main" id="{1EC7A1B8-E07C-DD13-66ED-C9C61F79F3F4}"/>
              </a:ext>
            </a:extLst>
          </p:cNvPr>
          <p:cNvSpPr txBox="1"/>
          <p:nvPr/>
        </p:nvSpPr>
        <p:spPr>
          <a:xfrm rot="16200000">
            <a:off x="3134769" y="2478953"/>
            <a:ext cx="992579" cy="3355914"/>
          </a:xfrm>
          <a:prstGeom prst="rect">
            <a:avLst/>
          </a:prstGeom>
          <a:noFill/>
        </p:spPr>
        <p:txBody>
          <a:bodyPr vert="eaVert" wrap="square" rtlCol="0">
            <a:spAutoFit/>
          </a:bodyPr>
          <a:lstStyle/>
          <a:p>
            <a:r>
              <a:rPr lang="en-US" sz="1050" dirty="0"/>
              <a:t>Public GitHub has already progressed from O to S1, so contributor 2 needs to merge S1 into S2 and make sure they work together before submit a pull request.</a:t>
            </a:r>
            <a:br>
              <a:rPr lang="en-US" sz="1050" dirty="0"/>
            </a:br>
            <a:r>
              <a:rPr lang="en-US" sz="1050" dirty="0"/>
              <a:t>(they can merge S1 earlier to E or F, but we don’t care what happened on their develop2 or </a:t>
            </a:r>
            <a:r>
              <a:rPr lang="en-US" sz="1050" dirty="0" err="1"/>
              <a:t>clearUp</a:t>
            </a:r>
            <a:r>
              <a:rPr lang="en-US" sz="1050" dirty="0"/>
              <a:t> branches)</a:t>
            </a:r>
          </a:p>
        </p:txBody>
      </p:sp>
      <p:sp>
        <p:nvSpPr>
          <p:cNvPr id="138" name="Oval 137">
            <a:extLst>
              <a:ext uri="{FF2B5EF4-FFF2-40B4-BE49-F238E27FC236}">
                <a16:creationId xmlns:a16="http://schemas.microsoft.com/office/drawing/2014/main" id="{D77AE425-9A6D-0986-278B-89C111F7D49C}"/>
              </a:ext>
            </a:extLst>
          </p:cNvPr>
          <p:cNvSpPr/>
          <p:nvPr/>
        </p:nvSpPr>
        <p:spPr>
          <a:xfrm>
            <a:off x="8195572" y="4496128"/>
            <a:ext cx="432532" cy="43253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800" b="1" dirty="0"/>
          </a:p>
        </p:txBody>
      </p:sp>
      <p:sp>
        <p:nvSpPr>
          <p:cNvPr id="139" name="TextBox 138">
            <a:extLst>
              <a:ext uri="{FF2B5EF4-FFF2-40B4-BE49-F238E27FC236}">
                <a16:creationId xmlns:a16="http://schemas.microsoft.com/office/drawing/2014/main" id="{895DD341-41BE-6212-4F6B-1855CBCCC604}"/>
              </a:ext>
            </a:extLst>
          </p:cNvPr>
          <p:cNvSpPr txBox="1"/>
          <p:nvPr/>
        </p:nvSpPr>
        <p:spPr>
          <a:xfrm>
            <a:off x="8178595" y="4546569"/>
            <a:ext cx="559726" cy="338554"/>
          </a:xfrm>
          <a:prstGeom prst="rect">
            <a:avLst/>
          </a:prstGeom>
          <a:noFill/>
        </p:spPr>
        <p:txBody>
          <a:bodyPr wrap="square" rtlCol="0">
            <a:spAutoFit/>
          </a:bodyPr>
          <a:lstStyle/>
          <a:p>
            <a:r>
              <a:rPr lang="en-US" sz="1600" b="1" dirty="0"/>
              <a:t>M1’</a:t>
            </a:r>
          </a:p>
        </p:txBody>
      </p:sp>
      <p:sp>
        <p:nvSpPr>
          <p:cNvPr id="140" name="TextBox 139">
            <a:extLst>
              <a:ext uri="{FF2B5EF4-FFF2-40B4-BE49-F238E27FC236}">
                <a16:creationId xmlns:a16="http://schemas.microsoft.com/office/drawing/2014/main" id="{E3D0399C-8C06-C125-AA6F-DA955E52F9D4}"/>
              </a:ext>
            </a:extLst>
          </p:cNvPr>
          <p:cNvSpPr txBox="1"/>
          <p:nvPr/>
        </p:nvSpPr>
        <p:spPr>
          <a:xfrm>
            <a:off x="7389860" y="4477673"/>
            <a:ext cx="909223" cy="253916"/>
          </a:xfrm>
          <a:prstGeom prst="rect">
            <a:avLst/>
          </a:prstGeom>
          <a:noFill/>
        </p:spPr>
        <p:txBody>
          <a:bodyPr wrap="none" rtlCol="0">
            <a:spAutoFit/>
          </a:bodyPr>
          <a:lstStyle/>
          <a:p>
            <a:r>
              <a:rPr lang="en-US" sz="1050" dirty="0"/>
              <a:t>Fix if needed</a:t>
            </a:r>
          </a:p>
        </p:txBody>
      </p:sp>
      <p:cxnSp>
        <p:nvCxnSpPr>
          <p:cNvPr id="141" name="Straight Arrow Connector 140">
            <a:extLst>
              <a:ext uri="{FF2B5EF4-FFF2-40B4-BE49-F238E27FC236}">
                <a16:creationId xmlns:a16="http://schemas.microsoft.com/office/drawing/2014/main" id="{F44C0F82-2760-EB44-034B-DAEBE7AA3333}"/>
              </a:ext>
            </a:extLst>
          </p:cNvPr>
          <p:cNvCxnSpPr>
            <a:cxnSpLocks/>
            <a:stCxn id="138" idx="0"/>
          </p:cNvCxnSpPr>
          <p:nvPr/>
        </p:nvCxnSpPr>
        <p:spPr>
          <a:xfrm flipH="1" flipV="1">
            <a:off x="8411189" y="3435293"/>
            <a:ext cx="649" cy="1060835"/>
          </a:xfrm>
          <a:prstGeom prst="straightConnector1">
            <a:avLst/>
          </a:prstGeom>
          <a:ln>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146" name="Oval 145">
            <a:extLst>
              <a:ext uri="{FF2B5EF4-FFF2-40B4-BE49-F238E27FC236}">
                <a16:creationId xmlns:a16="http://schemas.microsoft.com/office/drawing/2014/main" id="{5AB090EF-C48C-56F9-4D77-0653E3F6F2BE}"/>
              </a:ext>
            </a:extLst>
          </p:cNvPr>
          <p:cNvSpPr/>
          <p:nvPr/>
        </p:nvSpPr>
        <p:spPr>
          <a:xfrm>
            <a:off x="8177145" y="3030290"/>
            <a:ext cx="432532" cy="43253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800" b="1" dirty="0"/>
          </a:p>
        </p:txBody>
      </p:sp>
      <p:sp>
        <p:nvSpPr>
          <p:cNvPr id="147" name="TextBox 146">
            <a:extLst>
              <a:ext uri="{FF2B5EF4-FFF2-40B4-BE49-F238E27FC236}">
                <a16:creationId xmlns:a16="http://schemas.microsoft.com/office/drawing/2014/main" id="{E130EEDD-B82D-A7AE-648F-2EC447B038A1}"/>
              </a:ext>
            </a:extLst>
          </p:cNvPr>
          <p:cNvSpPr txBox="1"/>
          <p:nvPr/>
        </p:nvSpPr>
        <p:spPr>
          <a:xfrm>
            <a:off x="8183893" y="3084116"/>
            <a:ext cx="481869" cy="338554"/>
          </a:xfrm>
          <a:prstGeom prst="rect">
            <a:avLst/>
          </a:prstGeom>
          <a:noFill/>
        </p:spPr>
        <p:txBody>
          <a:bodyPr wrap="square" rtlCol="0">
            <a:spAutoFit/>
          </a:bodyPr>
          <a:lstStyle/>
          <a:p>
            <a:r>
              <a:rPr lang="en-US" sz="1600" b="1" dirty="0"/>
              <a:t>S3</a:t>
            </a:r>
          </a:p>
        </p:txBody>
      </p:sp>
      <p:sp>
        <p:nvSpPr>
          <p:cNvPr id="148" name="TextBox 147">
            <a:extLst>
              <a:ext uri="{FF2B5EF4-FFF2-40B4-BE49-F238E27FC236}">
                <a16:creationId xmlns:a16="http://schemas.microsoft.com/office/drawing/2014/main" id="{4129C441-784B-953C-D2BE-4C525DBF9B3F}"/>
              </a:ext>
            </a:extLst>
          </p:cNvPr>
          <p:cNvSpPr txBox="1"/>
          <p:nvPr/>
        </p:nvSpPr>
        <p:spPr>
          <a:xfrm rot="16200000">
            <a:off x="9199908" y="2885800"/>
            <a:ext cx="692497" cy="2069432"/>
          </a:xfrm>
          <a:prstGeom prst="rect">
            <a:avLst/>
          </a:prstGeom>
          <a:noFill/>
        </p:spPr>
        <p:txBody>
          <a:bodyPr vert="eaVert" wrap="square" rtlCol="0">
            <a:spAutoFit/>
          </a:bodyPr>
          <a:lstStyle/>
          <a:p>
            <a:r>
              <a:rPr lang="en-US" sz="1100" dirty="0"/>
              <a:t>Pull Request.</a:t>
            </a:r>
          </a:p>
          <a:p>
            <a:r>
              <a:rPr lang="en-US" sz="1100" dirty="0"/>
              <a:t>To keep GitHub history clear, we accept with </a:t>
            </a:r>
            <a:r>
              <a:rPr lang="en-US" sz="1100" dirty="0">
                <a:highlight>
                  <a:srgbClr val="FFFF00"/>
                </a:highlight>
              </a:rPr>
              <a:t>squash</a:t>
            </a:r>
            <a:r>
              <a:rPr lang="en-US" sz="1100" dirty="0"/>
              <a:t> merge.</a:t>
            </a:r>
          </a:p>
        </p:txBody>
      </p:sp>
      <p:sp>
        <p:nvSpPr>
          <p:cNvPr id="162" name="Oval 161">
            <a:extLst>
              <a:ext uri="{FF2B5EF4-FFF2-40B4-BE49-F238E27FC236}">
                <a16:creationId xmlns:a16="http://schemas.microsoft.com/office/drawing/2014/main" id="{CF542C7A-B766-972E-69F0-A6C518F258BF}"/>
              </a:ext>
            </a:extLst>
          </p:cNvPr>
          <p:cNvSpPr/>
          <p:nvPr/>
        </p:nvSpPr>
        <p:spPr>
          <a:xfrm>
            <a:off x="7101914" y="846171"/>
            <a:ext cx="432532" cy="43253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t>I</a:t>
            </a:r>
          </a:p>
        </p:txBody>
      </p:sp>
      <p:sp>
        <p:nvSpPr>
          <p:cNvPr id="163" name="Oval 162">
            <a:extLst>
              <a:ext uri="{FF2B5EF4-FFF2-40B4-BE49-F238E27FC236}">
                <a16:creationId xmlns:a16="http://schemas.microsoft.com/office/drawing/2014/main" id="{DFECB6DA-7B69-4C54-8660-12B1294F9658}"/>
              </a:ext>
            </a:extLst>
          </p:cNvPr>
          <p:cNvSpPr/>
          <p:nvPr/>
        </p:nvSpPr>
        <p:spPr>
          <a:xfrm>
            <a:off x="8807537" y="851402"/>
            <a:ext cx="432532" cy="43253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t>J</a:t>
            </a:r>
          </a:p>
        </p:txBody>
      </p:sp>
      <p:sp>
        <p:nvSpPr>
          <p:cNvPr id="165" name="TextBox 164">
            <a:extLst>
              <a:ext uri="{FF2B5EF4-FFF2-40B4-BE49-F238E27FC236}">
                <a16:creationId xmlns:a16="http://schemas.microsoft.com/office/drawing/2014/main" id="{01524291-7E4B-C939-6385-30E9ABA122B5}"/>
              </a:ext>
            </a:extLst>
          </p:cNvPr>
          <p:cNvSpPr txBox="1"/>
          <p:nvPr/>
        </p:nvSpPr>
        <p:spPr>
          <a:xfrm rot="16200000">
            <a:off x="7533420" y="507892"/>
            <a:ext cx="954107" cy="2495730"/>
          </a:xfrm>
          <a:prstGeom prst="rect">
            <a:avLst/>
          </a:prstGeom>
          <a:noFill/>
        </p:spPr>
        <p:txBody>
          <a:bodyPr vert="eaVert" wrap="square" rtlCol="0">
            <a:spAutoFit/>
          </a:bodyPr>
          <a:lstStyle/>
          <a:p>
            <a:r>
              <a:rPr lang="en-US" sz="1000" dirty="0"/>
              <a:t>Contributor can fetch and merge S3 to their develop branch, so that they work with the latest code. (They need to do this carefully, since settings may not match their local ones. But we don’t need to worry about this)</a:t>
            </a:r>
          </a:p>
        </p:txBody>
      </p:sp>
      <p:sp>
        <p:nvSpPr>
          <p:cNvPr id="167" name="Oval 166">
            <a:extLst>
              <a:ext uri="{FF2B5EF4-FFF2-40B4-BE49-F238E27FC236}">
                <a16:creationId xmlns:a16="http://schemas.microsoft.com/office/drawing/2014/main" id="{706A48C7-B481-291D-5A2A-7FC9F1FD45DD}"/>
              </a:ext>
            </a:extLst>
          </p:cNvPr>
          <p:cNvSpPr/>
          <p:nvPr/>
        </p:nvSpPr>
        <p:spPr>
          <a:xfrm>
            <a:off x="9873054" y="1945013"/>
            <a:ext cx="432532" cy="43253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2000" b="1" dirty="0"/>
          </a:p>
        </p:txBody>
      </p:sp>
      <p:cxnSp>
        <p:nvCxnSpPr>
          <p:cNvPr id="168" name="Straight Arrow Connector 167">
            <a:extLst>
              <a:ext uri="{FF2B5EF4-FFF2-40B4-BE49-F238E27FC236}">
                <a16:creationId xmlns:a16="http://schemas.microsoft.com/office/drawing/2014/main" id="{234C5863-122C-95A5-EFFD-4737E07BA5E6}"/>
              </a:ext>
            </a:extLst>
          </p:cNvPr>
          <p:cNvCxnSpPr>
            <a:cxnSpLocks/>
            <a:endCxn id="167" idx="1"/>
          </p:cNvCxnSpPr>
          <p:nvPr/>
        </p:nvCxnSpPr>
        <p:spPr>
          <a:xfrm>
            <a:off x="9240069" y="1256852"/>
            <a:ext cx="696328" cy="751504"/>
          </a:xfrm>
          <a:prstGeom prst="straightConnector1">
            <a:avLst/>
          </a:prstGeom>
          <a:ln w="28575" cap="flat" cmpd="sng" algn="ctr">
            <a:solidFill>
              <a:schemeClr val="accent2"/>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73" name="TextBox 172">
            <a:extLst>
              <a:ext uri="{FF2B5EF4-FFF2-40B4-BE49-F238E27FC236}">
                <a16:creationId xmlns:a16="http://schemas.microsoft.com/office/drawing/2014/main" id="{6835ACF7-E3DF-27EB-C184-39EC9004E1C7}"/>
              </a:ext>
            </a:extLst>
          </p:cNvPr>
          <p:cNvSpPr txBox="1"/>
          <p:nvPr/>
        </p:nvSpPr>
        <p:spPr>
          <a:xfrm>
            <a:off x="9873054" y="1997342"/>
            <a:ext cx="481869" cy="338554"/>
          </a:xfrm>
          <a:prstGeom prst="rect">
            <a:avLst/>
          </a:prstGeom>
          <a:noFill/>
        </p:spPr>
        <p:txBody>
          <a:bodyPr wrap="square" rtlCol="0">
            <a:spAutoFit/>
          </a:bodyPr>
          <a:lstStyle/>
          <a:p>
            <a:r>
              <a:rPr lang="en-US" sz="1600" b="1" dirty="0"/>
              <a:t>S4</a:t>
            </a:r>
          </a:p>
        </p:txBody>
      </p:sp>
      <p:sp>
        <p:nvSpPr>
          <p:cNvPr id="175" name="Oval 174">
            <a:extLst>
              <a:ext uri="{FF2B5EF4-FFF2-40B4-BE49-F238E27FC236}">
                <a16:creationId xmlns:a16="http://schemas.microsoft.com/office/drawing/2014/main" id="{2CD59E86-0271-BC9F-1407-311901C013A3}"/>
              </a:ext>
            </a:extLst>
          </p:cNvPr>
          <p:cNvSpPr/>
          <p:nvPr/>
        </p:nvSpPr>
        <p:spPr>
          <a:xfrm>
            <a:off x="11149565" y="1951180"/>
            <a:ext cx="432532" cy="43253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800" b="1" dirty="0"/>
          </a:p>
        </p:txBody>
      </p:sp>
      <p:sp>
        <p:nvSpPr>
          <p:cNvPr id="176" name="TextBox 175">
            <a:extLst>
              <a:ext uri="{FF2B5EF4-FFF2-40B4-BE49-F238E27FC236}">
                <a16:creationId xmlns:a16="http://schemas.microsoft.com/office/drawing/2014/main" id="{2C35FB2C-B5BF-3BC2-D84E-7F36359DC202}"/>
              </a:ext>
            </a:extLst>
          </p:cNvPr>
          <p:cNvSpPr txBox="1"/>
          <p:nvPr/>
        </p:nvSpPr>
        <p:spPr>
          <a:xfrm>
            <a:off x="11158280" y="2005006"/>
            <a:ext cx="481869" cy="338554"/>
          </a:xfrm>
          <a:prstGeom prst="rect">
            <a:avLst/>
          </a:prstGeom>
          <a:noFill/>
        </p:spPr>
        <p:txBody>
          <a:bodyPr wrap="square" rtlCol="0">
            <a:spAutoFit/>
          </a:bodyPr>
          <a:lstStyle/>
          <a:p>
            <a:r>
              <a:rPr lang="en-US" sz="1600" b="1" dirty="0"/>
              <a:t>M2</a:t>
            </a:r>
          </a:p>
        </p:txBody>
      </p:sp>
      <p:sp>
        <p:nvSpPr>
          <p:cNvPr id="177" name="TextBox 176">
            <a:extLst>
              <a:ext uri="{FF2B5EF4-FFF2-40B4-BE49-F238E27FC236}">
                <a16:creationId xmlns:a16="http://schemas.microsoft.com/office/drawing/2014/main" id="{DD3CC8EA-C878-E77A-22C1-82076269544D}"/>
              </a:ext>
            </a:extLst>
          </p:cNvPr>
          <p:cNvSpPr txBox="1"/>
          <p:nvPr/>
        </p:nvSpPr>
        <p:spPr>
          <a:xfrm rot="16200000">
            <a:off x="10218417" y="862408"/>
            <a:ext cx="369332" cy="1404651"/>
          </a:xfrm>
          <a:prstGeom prst="rect">
            <a:avLst/>
          </a:prstGeom>
          <a:noFill/>
        </p:spPr>
        <p:txBody>
          <a:bodyPr vert="eaVert" wrap="square" rtlCol="0">
            <a:spAutoFit/>
          </a:bodyPr>
          <a:lstStyle/>
          <a:p>
            <a:r>
              <a:rPr lang="en-US" sz="1200" dirty="0">
                <a:solidFill>
                  <a:schemeClr val="accent2"/>
                </a:solidFill>
              </a:rPr>
              <a:t>Squash merge</a:t>
            </a:r>
          </a:p>
        </p:txBody>
      </p:sp>
      <p:cxnSp>
        <p:nvCxnSpPr>
          <p:cNvPr id="178" name="Straight Arrow Connector 177">
            <a:extLst>
              <a:ext uri="{FF2B5EF4-FFF2-40B4-BE49-F238E27FC236}">
                <a16:creationId xmlns:a16="http://schemas.microsoft.com/office/drawing/2014/main" id="{9B7C5304-AEBA-83B7-08C8-C52D49772974}"/>
              </a:ext>
            </a:extLst>
          </p:cNvPr>
          <p:cNvCxnSpPr>
            <a:cxnSpLocks/>
          </p:cNvCxnSpPr>
          <p:nvPr/>
        </p:nvCxnSpPr>
        <p:spPr>
          <a:xfrm flipV="1">
            <a:off x="8544452" y="2333192"/>
            <a:ext cx="2631993" cy="747243"/>
          </a:xfrm>
          <a:prstGeom prst="straightConnector1">
            <a:avLst/>
          </a:prstGeom>
          <a:ln>
            <a:solidFill>
              <a:srgbClr val="00B0F0"/>
            </a:solidFill>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182" name="TextBox 181">
            <a:extLst>
              <a:ext uri="{FF2B5EF4-FFF2-40B4-BE49-F238E27FC236}">
                <a16:creationId xmlns:a16="http://schemas.microsoft.com/office/drawing/2014/main" id="{FC1A8F50-48F8-8217-6534-F72DF98BAF6C}"/>
              </a:ext>
            </a:extLst>
          </p:cNvPr>
          <p:cNvSpPr txBox="1"/>
          <p:nvPr/>
        </p:nvSpPr>
        <p:spPr>
          <a:xfrm rot="16200000">
            <a:off x="10326958" y="1008968"/>
            <a:ext cx="507831" cy="3355914"/>
          </a:xfrm>
          <a:prstGeom prst="rect">
            <a:avLst/>
          </a:prstGeom>
          <a:noFill/>
        </p:spPr>
        <p:txBody>
          <a:bodyPr vert="eaVert" wrap="square" rtlCol="0">
            <a:spAutoFit/>
          </a:bodyPr>
          <a:lstStyle/>
          <a:p>
            <a:r>
              <a:rPr lang="en-US" sz="1050" dirty="0"/>
              <a:t>Merge S3 into S4, resolve conflicts,</a:t>
            </a:r>
          </a:p>
          <a:p>
            <a:r>
              <a:rPr lang="en-US" sz="1050" dirty="0"/>
              <a:t>compile and test. If work, submit PR</a:t>
            </a:r>
          </a:p>
        </p:txBody>
      </p:sp>
      <p:sp>
        <p:nvSpPr>
          <p:cNvPr id="186" name="TextBox 185">
            <a:extLst>
              <a:ext uri="{FF2B5EF4-FFF2-40B4-BE49-F238E27FC236}">
                <a16:creationId xmlns:a16="http://schemas.microsoft.com/office/drawing/2014/main" id="{FCB4D43D-06DA-2DAE-7109-DD433E8FF920}"/>
              </a:ext>
            </a:extLst>
          </p:cNvPr>
          <p:cNvSpPr txBox="1"/>
          <p:nvPr/>
        </p:nvSpPr>
        <p:spPr>
          <a:xfrm rot="16200000">
            <a:off x="12137163" y="1690523"/>
            <a:ext cx="861774" cy="2069432"/>
          </a:xfrm>
          <a:prstGeom prst="rect">
            <a:avLst/>
          </a:prstGeom>
          <a:noFill/>
        </p:spPr>
        <p:txBody>
          <a:bodyPr vert="eaVert" wrap="square" rtlCol="0">
            <a:spAutoFit/>
          </a:bodyPr>
          <a:lstStyle/>
          <a:p>
            <a:r>
              <a:rPr lang="en-US" sz="1100" dirty="0"/>
              <a:t>Pull Request.</a:t>
            </a:r>
          </a:p>
          <a:p>
            <a:r>
              <a:rPr lang="en-US" sz="1100" dirty="0"/>
              <a:t>We SHOULD use Squash merge to accept PR in general, which always creates a new commit.</a:t>
            </a:r>
          </a:p>
        </p:txBody>
      </p:sp>
      <p:sp>
        <p:nvSpPr>
          <p:cNvPr id="189" name="Oval 188">
            <a:extLst>
              <a:ext uri="{FF2B5EF4-FFF2-40B4-BE49-F238E27FC236}">
                <a16:creationId xmlns:a16="http://schemas.microsoft.com/office/drawing/2014/main" id="{6BA3D421-8856-0358-EC87-584764359AD4}"/>
              </a:ext>
            </a:extLst>
          </p:cNvPr>
          <p:cNvSpPr/>
          <p:nvPr/>
        </p:nvSpPr>
        <p:spPr>
          <a:xfrm>
            <a:off x="11169697" y="3058671"/>
            <a:ext cx="432532" cy="43253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800" b="1" dirty="0"/>
          </a:p>
        </p:txBody>
      </p:sp>
      <p:sp>
        <p:nvSpPr>
          <p:cNvPr id="190" name="TextBox 189">
            <a:extLst>
              <a:ext uri="{FF2B5EF4-FFF2-40B4-BE49-F238E27FC236}">
                <a16:creationId xmlns:a16="http://schemas.microsoft.com/office/drawing/2014/main" id="{83B8E41C-2DBC-B38E-363B-488E1FCC133B}"/>
              </a:ext>
            </a:extLst>
          </p:cNvPr>
          <p:cNvSpPr txBox="1"/>
          <p:nvPr/>
        </p:nvSpPr>
        <p:spPr>
          <a:xfrm>
            <a:off x="11176445" y="3112497"/>
            <a:ext cx="481869" cy="338554"/>
          </a:xfrm>
          <a:prstGeom prst="rect">
            <a:avLst/>
          </a:prstGeom>
          <a:noFill/>
        </p:spPr>
        <p:txBody>
          <a:bodyPr wrap="square" rtlCol="0">
            <a:spAutoFit/>
          </a:bodyPr>
          <a:lstStyle/>
          <a:p>
            <a:r>
              <a:rPr lang="en-US" sz="1600" b="1" dirty="0"/>
              <a:t>S5</a:t>
            </a:r>
          </a:p>
        </p:txBody>
      </p:sp>
      <p:cxnSp>
        <p:nvCxnSpPr>
          <p:cNvPr id="191" name="Straight Arrow Connector 190">
            <a:extLst>
              <a:ext uri="{FF2B5EF4-FFF2-40B4-BE49-F238E27FC236}">
                <a16:creationId xmlns:a16="http://schemas.microsoft.com/office/drawing/2014/main" id="{179ECC51-8741-4C58-1056-B3BFE7DC0447}"/>
              </a:ext>
            </a:extLst>
          </p:cNvPr>
          <p:cNvCxnSpPr>
            <a:cxnSpLocks/>
            <a:stCxn id="175" idx="4"/>
            <a:endCxn id="189" idx="0"/>
          </p:cNvCxnSpPr>
          <p:nvPr/>
        </p:nvCxnSpPr>
        <p:spPr>
          <a:xfrm>
            <a:off x="11365831" y="2383712"/>
            <a:ext cx="20132" cy="674959"/>
          </a:xfrm>
          <a:prstGeom prst="straightConnector1">
            <a:avLst/>
          </a:prstGeom>
          <a:ln w="28575" cap="flat" cmpd="sng" algn="ctr">
            <a:solidFill>
              <a:schemeClr val="accent2"/>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4" name="TextBox 193">
            <a:extLst>
              <a:ext uri="{FF2B5EF4-FFF2-40B4-BE49-F238E27FC236}">
                <a16:creationId xmlns:a16="http://schemas.microsoft.com/office/drawing/2014/main" id="{3DD8FB18-CC73-595E-CF74-69126B6D73FD}"/>
              </a:ext>
            </a:extLst>
          </p:cNvPr>
          <p:cNvSpPr txBox="1"/>
          <p:nvPr/>
        </p:nvSpPr>
        <p:spPr>
          <a:xfrm rot="16200000">
            <a:off x="2074484" y="6505139"/>
            <a:ext cx="1154162" cy="3355914"/>
          </a:xfrm>
          <a:prstGeom prst="rect">
            <a:avLst/>
          </a:prstGeom>
          <a:noFill/>
        </p:spPr>
        <p:txBody>
          <a:bodyPr vert="eaVert" wrap="square" rtlCol="0">
            <a:spAutoFit/>
          </a:bodyPr>
          <a:lstStyle/>
          <a:p>
            <a:r>
              <a:rPr lang="en-US" sz="1050" dirty="0"/>
              <a:t>Solid line indicate parent child relationship, </a:t>
            </a:r>
          </a:p>
          <a:p>
            <a:r>
              <a:rPr lang="en-US" sz="1050" dirty="0"/>
              <a:t>Dotted line (only in Squash merge doesn’t create parent child relationship.</a:t>
            </a:r>
            <a:br>
              <a:rPr lang="en-US" sz="1050" dirty="0"/>
            </a:br>
            <a:br>
              <a:rPr lang="en-US" sz="1050" dirty="0"/>
            </a:br>
            <a:r>
              <a:rPr lang="en-US" sz="1050" dirty="0"/>
              <a:t>M is for typical merge</a:t>
            </a:r>
          </a:p>
          <a:p>
            <a:r>
              <a:rPr lang="en-US" sz="1050" dirty="0"/>
              <a:t>S is for squash merge</a:t>
            </a:r>
          </a:p>
        </p:txBody>
      </p:sp>
    </p:spTree>
    <p:extLst>
      <p:ext uri="{BB962C8B-B14F-4D97-AF65-F5344CB8AC3E}">
        <p14:creationId xmlns:p14="http://schemas.microsoft.com/office/powerpoint/2010/main" val="253182410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163</TotalTime>
  <Words>440</Words>
  <Application>Microsoft Office PowerPoint</Application>
  <PresentationFormat>Custom</PresentationFormat>
  <Paragraphs>50</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Yao, John</dc:creator>
  <cp:lastModifiedBy>Yao, John</cp:lastModifiedBy>
  <cp:revision>6</cp:revision>
  <dcterms:created xsi:type="dcterms:W3CDTF">2026-04-16T16:50:39Z</dcterms:created>
  <dcterms:modified xsi:type="dcterms:W3CDTF">2026-04-16T19:33:52Z</dcterms:modified>
</cp:coreProperties>
</file>